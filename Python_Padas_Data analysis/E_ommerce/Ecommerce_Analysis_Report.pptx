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9F3AC3-ABE4-4C9F-8B69-3C1E4BF7DA0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0885B8-540A-4DCF-922B-3A48C1EA6C11}">
      <dgm:prSet/>
      <dgm:spPr/>
      <dgm:t>
        <a:bodyPr/>
        <a:lstStyle/>
        <a:p>
          <a:r>
            <a:rPr lang="en-US"/>
            <a:t>• Analyze e-commerce order data to reveal business insights</a:t>
          </a:r>
        </a:p>
      </dgm:t>
    </dgm:pt>
    <dgm:pt modelId="{5B50CC9D-CDAC-441E-BA79-3A6F899AC031}" type="parTrans" cxnId="{F2ED867C-341A-429D-8051-C7D9E036DD2B}">
      <dgm:prSet/>
      <dgm:spPr/>
      <dgm:t>
        <a:bodyPr/>
        <a:lstStyle/>
        <a:p>
          <a:endParaRPr lang="en-US"/>
        </a:p>
      </dgm:t>
    </dgm:pt>
    <dgm:pt modelId="{127D3FD8-6C18-4C72-A05E-98AE0991E88C}" type="sibTrans" cxnId="{F2ED867C-341A-429D-8051-C7D9E036DD2B}">
      <dgm:prSet/>
      <dgm:spPr/>
      <dgm:t>
        <a:bodyPr/>
        <a:lstStyle/>
        <a:p>
          <a:endParaRPr lang="en-US"/>
        </a:p>
      </dgm:t>
    </dgm:pt>
    <dgm:pt modelId="{23E699EA-918E-4D8C-B95F-3F1360B39F4B}">
      <dgm:prSet/>
      <dgm:spPr/>
      <dgm:t>
        <a:bodyPr/>
        <a:lstStyle/>
        <a:p>
          <a:r>
            <a:rPr lang="en-US"/>
            <a:t>• Understand sales performance across categories and regions</a:t>
          </a:r>
        </a:p>
      </dgm:t>
    </dgm:pt>
    <dgm:pt modelId="{525B55CF-2FE4-4268-A3F8-7394AC23ED10}" type="parTrans" cxnId="{004B7333-4715-49EE-A44E-37D4EBB07BB1}">
      <dgm:prSet/>
      <dgm:spPr/>
      <dgm:t>
        <a:bodyPr/>
        <a:lstStyle/>
        <a:p>
          <a:endParaRPr lang="en-US"/>
        </a:p>
      </dgm:t>
    </dgm:pt>
    <dgm:pt modelId="{0B04EEEE-C8DF-446E-A942-8A7FCAC0EC97}" type="sibTrans" cxnId="{004B7333-4715-49EE-A44E-37D4EBB07BB1}">
      <dgm:prSet/>
      <dgm:spPr/>
      <dgm:t>
        <a:bodyPr/>
        <a:lstStyle/>
        <a:p>
          <a:endParaRPr lang="en-US"/>
        </a:p>
      </dgm:t>
    </dgm:pt>
    <dgm:pt modelId="{108FF191-C059-4A00-804D-8E25BFB6D48D}">
      <dgm:prSet/>
      <dgm:spPr/>
      <dgm:t>
        <a:bodyPr/>
        <a:lstStyle/>
        <a:p>
          <a:r>
            <a:rPr lang="en-US"/>
            <a:t>• Evaluate customer behavior and spending patterns</a:t>
          </a:r>
        </a:p>
      </dgm:t>
    </dgm:pt>
    <dgm:pt modelId="{1A58C98D-3817-4192-A808-D570BB0F91CB}" type="parTrans" cxnId="{9D207E19-826E-44F4-BB34-7F46B6C07DA1}">
      <dgm:prSet/>
      <dgm:spPr/>
      <dgm:t>
        <a:bodyPr/>
        <a:lstStyle/>
        <a:p>
          <a:endParaRPr lang="en-US"/>
        </a:p>
      </dgm:t>
    </dgm:pt>
    <dgm:pt modelId="{B9F322D3-D991-4F71-9CB7-32974C88709A}" type="sibTrans" cxnId="{9D207E19-826E-44F4-BB34-7F46B6C07DA1}">
      <dgm:prSet/>
      <dgm:spPr/>
      <dgm:t>
        <a:bodyPr/>
        <a:lstStyle/>
        <a:p>
          <a:endParaRPr lang="en-US"/>
        </a:p>
      </dgm:t>
    </dgm:pt>
    <dgm:pt modelId="{25F3D6F4-1343-4FEC-88E7-5EF22A5F3851}">
      <dgm:prSet/>
      <dgm:spPr/>
      <dgm:t>
        <a:bodyPr/>
        <a:lstStyle/>
        <a:p>
          <a:r>
            <a:rPr lang="en-US"/>
            <a:t>• Identify abandoned orders and potential funnel issues</a:t>
          </a:r>
        </a:p>
      </dgm:t>
    </dgm:pt>
    <dgm:pt modelId="{A467A0FE-B443-476C-9136-D37BA27F89EF}" type="parTrans" cxnId="{AAE48278-7165-4C70-9AF4-6EE70FAE5342}">
      <dgm:prSet/>
      <dgm:spPr/>
      <dgm:t>
        <a:bodyPr/>
        <a:lstStyle/>
        <a:p>
          <a:endParaRPr lang="en-US"/>
        </a:p>
      </dgm:t>
    </dgm:pt>
    <dgm:pt modelId="{EF5EF68E-88BA-4519-83CA-E552C6B0ED65}" type="sibTrans" cxnId="{AAE48278-7165-4C70-9AF4-6EE70FAE5342}">
      <dgm:prSet/>
      <dgm:spPr/>
      <dgm:t>
        <a:bodyPr/>
        <a:lstStyle/>
        <a:p>
          <a:endParaRPr lang="en-US"/>
        </a:p>
      </dgm:t>
    </dgm:pt>
    <dgm:pt modelId="{A38E6BAE-2FEC-41E6-BBE4-BF86D2A15A39}" type="pres">
      <dgm:prSet presAssocID="{3D9F3AC3-ABE4-4C9F-8B69-3C1E4BF7DA00}" presName="linear" presStyleCnt="0">
        <dgm:presLayoutVars>
          <dgm:animLvl val="lvl"/>
          <dgm:resizeHandles val="exact"/>
        </dgm:presLayoutVars>
      </dgm:prSet>
      <dgm:spPr/>
    </dgm:pt>
    <dgm:pt modelId="{D67D0BFD-6732-4F5A-9BD6-AC56AC658D02}" type="pres">
      <dgm:prSet presAssocID="{B50885B8-540A-4DCF-922B-3A48C1EA6C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FA220D-19B9-40DD-9E49-AEA0E8651354}" type="pres">
      <dgm:prSet presAssocID="{127D3FD8-6C18-4C72-A05E-98AE0991E88C}" presName="spacer" presStyleCnt="0"/>
      <dgm:spPr/>
    </dgm:pt>
    <dgm:pt modelId="{8A66661F-0AFD-436D-993E-1C79768AA6F7}" type="pres">
      <dgm:prSet presAssocID="{23E699EA-918E-4D8C-B95F-3F1360B39F4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EDD5B33-B16B-451B-8AD2-C8A07527F25B}" type="pres">
      <dgm:prSet presAssocID="{0B04EEEE-C8DF-446E-A942-8A7FCAC0EC97}" presName="spacer" presStyleCnt="0"/>
      <dgm:spPr/>
    </dgm:pt>
    <dgm:pt modelId="{3042ADD3-EB20-45C5-821B-4B181E0CDFDB}" type="pres">
      <dgm:prSet presAssocID="{108FF191-C059-4A00-804D-8E25BFB6D48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E33E45-4EB9-476C-A41A-4837040A1EC0}" type="pres">
      <dgm:prSet presAssocID="{B9F322D3-D991-4F71-9CB7-32974C88709A}" presName="spacer" presStyleCnt="0"/>
      <dgm:spPr/>
    </dgm:pt>
    <dgm:pt modelId="{CAC26F9A-00A0-4B20-A6A6-A1B91B644667}" type="pres">
      <dgm:prSet presAssocID="{25F3D6F4-1343-4FEC-88E7-5EF22A5F385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D207E19-826E-44F4-BB34-7F46B6C07DA1}" srcId="{3D9F3AC3-ABE4-4C9F-8B69-3C1E4BF7DA00}" destId="{108FF191-C059-4A00-804D-8E25BFB6D48D}" srcOrd="2" destOrd="0" parTransId="{1A58C98D-3817-4192-A808-D570BB0F91CB}" sibTransId="{B9F322D3-D991-4F71-9CB7-32974C88709A}"/>
    <dgm:cxn modelId="{004B7333-4715-49EE-A44E-37D4EBB07BB1}" srcId="{3D9F3AC3-ABE4-4C9F-8B69-3C1E4BF7DA00}" destId="{23E699EA-918E-4D8C-B95F-3F1360B39F4B}" srcOrd="1" destOrd="0" parTransId="{525B55CF-2FE4-4268-A3F8-7394AC23ED10}" sibTransId="{0B04EEEE-C8DF-446E-A942-8A7FCAC0EC97}"/>
    <dgm:cxn modelId="{75D67242-1280-4DCB-80EF-304797CD48BE}" type="presOf" srcId="{23E699EA-918E-4D8C-B95F-3F1360B39F4B}" destId="{8A66661F-0AFD-436D-993E-1C79768AA6F7}" srcOrd="0" destOrd="0" presId="urn:microsoft.com/office/officeart/2005/8/layout/vList2"/>
    <dgm:cxn modelId="{92B82355-7635-4311-8D1B-0F15F5B69CCE}" type="presOf" srcId="{3D9F3AC3-ABE4-4C9F-8B69-3C1E4BF7DA00}" destId="{A38E6BAE-2FEC-41E6-BBE4-BF86D2A15A39}" srcOrd="0" destOrd="0" presId="urn:microsoft.com/office/officeart/2005/8/layout/vList2"/>
    <dgm:cxn modelId="{AAE48278-7165-4C70-9AF4-6EE70FAE5342}" srcId="{3D9F3AC3-ABE4-4C9F-8B69-3C1E4BF7DA00}" destId="{25F3D6F4-1343-4FEC-88E7-5EF22A5F3851}" srcOrd="3" destOrd="0" parTransId="{A467A0FE-B443-476C-9136-D37BA27F89EF}" sibTransId="{EF5EF68E-88BA-4519-83CA-E552C6B0ED65}"/>
    <dgm:cxn modelId="{F2ED867C-341A-429D-8051-C7D9E036DD2B}" srcId="{3D9F3AC3-ABE4-4C9F-8B69-3C1E4BF7DA00}" destId="{B50885B8-540A-4DCF-922B-3A48C1EA6C11}" srcOrd="0" destOrd="0" parTransId="{5B50CC9D-CDAC-441E-BA79-3A6F899AC031}" sibTransId="{127D3FD8-6C18-4C72-A05E-98AE0991E88C}"/>
    <dgm:cxn modelId="{1C85C09F-584F-4523-9387-A2694B2EA754}" type="presOf" srcId="{108FF191-C059-4A00-804D-8E25BFB6D48D}" destId="{3042ADD3-EB20-45C5-821B-4B181E0CDFDB}" srcOrd="0" destOrd="0" presId="urn:microsoft.com/office/officeart/2005/8/layout/vList2"/>
    <dgm:cxn modelId="{9D73B5B1-E7D6-4925-B248-C65A1516ABC0}" type="presOf" srcId="{B50885B8-540A-4DCF-922B-3A48C1EA6C11}" destId="{D67D0BFD-6732-4F5A-9BD6-AC56AC658D02}" srcOrd="0" destOrd="0" presId="urn:microsoft.com/office/officeart/2005/8/layout/vList2"/>
    <dgm:cxn modelId="{ECF031DB-6932-438D-9786-21DB20E4772D}" type="presOf" srcId="{25F3D6F4-1343-4FEC-88E7-5EF22A5F3851}" destId="{CAC26F9A-00A0-4B20-A6A6-A1B91B644667}" srcOrd="0" destOrd="0" presId="urn:microsoft.com/office/officeart/2005/8/layout/vList2"/>
    <dgm:cxn modelId="{B199E537-63F6-4885-A6CC-218F6C736C31}" type="presParOf" srcId="{A38E6BAE-2FEC-41E6-BBE4-BF86D2A15A39}" destId="{D67D0BFD-6732-4F5A-9BD6-AC56AC658D02}" srcOrd="0" destOrd="0" presId="urn:microsoft.com/office/officeart/2005/8/layout/vList2"/>
    <dgm:cxn modelId="{A3853EF9-D79D-46ED-8604-666D12D99311}" type="presParOf" srcId="{A38E6BAE-2FEC-41E6-BBE4-BF86D2A15A39}" destId="{DEFA220D-19B9-40DD-9E49-AEA0E8651354}" srcOrd="1" destOrd="0" presId="urn:microsoft.com/office/officeart/2005/8/layout/vList2"/>
    <dgm:cxn modelId="{AE11E180-3CF3-4FFA-B08C-A85A058E9133}" type="presParOf" srcId="{A38E6BAE-2FEC-41E6-BBE4-BF86D2A15A39}" destId="{8A66661F-0AFD-436D-993E-1C79768AA6F7}" srcOrd="2" destOrd="0" presId="urn:microsoft.com/office/officeart/2005/8/layout/vList2"/>
    <dgm:cxn modelId="{0BE69C37-D8B2-461B-A4E5-3E9D4C9EAB6D}" type="presParOf" srcId="{A38E6BAE-2FEC-41E6-BBE4-BF86D2A15A39}" destId="{4EDD5B33-B16B-451B-8AD2-C8A07527F25B}" srcOrd="3" destOrd="0" presId="urn:microsoft.com/office/officeart/2005/8/layout/vList2"/>
    <dgm:cxn modelId="{FCC369AA-7B7A-4E9D-B445-2AB71467368E}" type="presParOf" srcId="{A38E6BAE-2FEC-41E6-BBE4-BF86D2A15A39}" destId="{3042ADD3-EB20-45C5-821B-4B181E0CDFDB}" srcOrd="4" destOrd="0" presId="urn:microsoft.com/office/officeart/2005/8/layout/vList2"/>
    <dgm:cxn modelId="{095C3F9F-8055-49A1-9C37-30AF59F9E500}" type="presParOf" srcId="{A38E6BAE-2FEC-41E6-BBE4-BF86D2A15A39}" destId="{7DE33E45-4EB9-476C-A41A-4837040A1EC0}" srcOrd="5" destOrd="0" presId="urn:microsoft.com/office/officeart/2005/8/layout/vList2"/>
    <dgm:cxn modelId="{8A55FF32-5554-4623-8B85-F7F43E401DA6}" type="presParOf" srcId="{A38E6BAE-2FEC-41E6-BBE4-BF86D2A15A39}" destId="{CAC26F9A-00A0-4B20-A6A6-A1B91B64466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48F8E1-5337-49ED-AEBD-2CCA71672F4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35C2C7-0594-42D6-A05D-31EA4F12315F}">
      <dgm:prSet/>
      <dgm:spPr/>
      <dgm:t>
        <a:bodyPr/>
        <a:lstStyle/>
        <a:p>
          <a:r>
            <a:rPr lang="en-US"/>
            <a:t>• 1000 synthetic e-commerce orders</a:t>
          </a:r>
        </a:p>
      </dgm:t>
    </dgm:pt>
    <dgm:pt modelId="{A0CA7841-6DE2-43AA-BBB3-D7093C5CA28D}" type="parTrans" cxnId="{E106A3DA-4838-43A6-BA80-A734C4DD997D}">
      <dgm:prSet/>
      <dgm:spPr/>
      <dgm:t>
        <a:bodyPr/>
        <a:lstStyle/>
        <a:p>
          <a:endParaRPr lang="en-US"/>
        </a:p>
      </dgm:t>
    </dgm:pt>
    <dgm:pt modelId="{E94719C0-103C-4F09-B6C1-549D4F6EE16B}" type="sibTrans" cxnId="{E106A3DA-4838-43A6-BA80-A734C4DD997D}">
      <dgm:prSet/>
      <dgm:spPr/>
      <dgm:t>
        <a:bodyPr/>
        <a:lstStyle/>
        <a:p>
          <a:endParaRPr lang="en-US"/>
        </a:p>
      </dgm:t>
    </dgm:pt>
    <dgm:pt modelId="{5A8DD320-254D-4323-B1CF-D619C64364F2}">
      <dgm:prSet/>
      <dgm:spPr/>
      <dgm:t>
        <a:bodyPr/>
        <a:lstStyle/>
        <a:p>
          <a:r>
            <a:rPr lang="en-US"/>
            <a:t>• Fields include customer, order date, region, category, price, quantity</a:t>
          </a:r>
        </a:p>
      </dgm:t>
    </dgm:pt>
    <dgm:pt modelId="{A42F019B-B8AB-4072-AD07-EDE54ED96AD9}" type="parTrans" cxnId="{ECFA279A-9474-4774-BD00-18650766022E}">
      <dgm:prSet/>
      <dgm:spPr/>
      <dgm:t>
        <a:bodyPr/>
        <a:lstStyle/>
        <a:p>
          <a:endParaRPr lang="en-US"/>
        </a:p>
      </dgm:t>
    </dgm:pt>
    <dgm:pt modelId="{380DBB1B-5121-4263-A40C-02EF5146CE99}" type="sibTrans" cxnId="{ECFA279A-9474-4774-BD00-18650766022E}">
      <dgm:prSet/>
      <dgm:spPr/>
      <dgm:t>
        <a:bodyPr/>
        <a:lstStyle/>
        <a:p>
          <a:endParaRPr lang="en-US"/>
        </a:p>
      </dgm:t>
    </dgm:pt>
    <dgm:pt modelId="{266E47B8-97CA-4A56-BB7E-6817446C519A}">
      <dgm:prSet/>
      <dgm:spPr/>
      <dgm:t>
        <a:bodyPr/>
        <a:lstStyle/>
        <a:p>
          <a:r>
            <a:rPr lang="en-US"/>
            <a:t>• Calculated metric: revenue = price × quantity</a:t>
          </a:r>
        </a:p>
      </dgm:t>
    </dgm:pt>
    <dgm:pt modelId="{237BD19A-5E08-441A-9D9C-C0E62CDBC5F5}" type="parTrans" cxnId="{55A3FBAF-5CDF-415D-B6BB-75D48E6C6B3A}">
      <dgm:prSet/>
      <dgm:spPr/>
      <dgm:t>
        <a:bodyPr/>
        <a:lstStyle/>
        <a:p>
          <a:endParaRPr lang="en-US"/>
        </a:p>
      </dgm:t>
    </dgm:pt>
    <dgm:pt modelId="{1681EEE5-5F8A-4F16-9636-F5F7F9CDF117}" type="sibTrans" cxnId="{55A3FBAF-5CDF-415D-B6BB-75D48E6C6B3A}">
      <dgm:prSet/>
      <dgm:spPr/>
      <dgm:t>
        <a:bodyPr/>
        <a:lstStyle/>
        <a:p>
          <a:endParaRPr lang="en-US"/>
        </a:p>
      </dgm:t>
    </dgm:pt>
    <dgm:pt modelId="{27F88B32-AAAA-403F-B3D7-C2F6094D9610}">
      <dgm:prSet/>
      <dgm:spPr/>
      <dgm:t>
        <a:bodyPr/>
        <a:lstStyle/>
        <a:p>
          <a:r>
            <a:rPr lang="en-US"/>
            <a:t>• Additional computed fields: month, paid status</a:t>
          </a:r>
        </a:p>
      </dgm:t>
    </dgm:pt>
    <dgm:pt modelId="{ECD697E8-12D0-43ED-B3B7-3851213B2469}" type="parTrans" cxnId="{BCE24E5B-67AE-48B0-9790-6A65A4251CE9}">
      <dgm:prSet/>
      <dgm:spPr/>
      <dgm:t>
        <a:bodyPr/>
        <a:lstStyle/>
        <a:p>
          <a:endParaRPr lang="en-US"/>
        </a:p>
      </dgm:t>
    </dgm:pt>
    <dgm:pt modelId="{B5764622-6AF9-40D7-8018-0FDB1929089B}" type="sibTrans" cxnId="{BCE24E5B-67AE-48B0-9790-6A65A4251CE9}">
      <dgm:prSet/>
      <dgm:spPr/>
      <dgm:t>
        <a:bodyPr/>
        <a:lstStyle/>
        <a:p>
          <a:endParaRPr lang="en-US"/>
        </a:p>
      </dgm:t>
    </dgm:pt>
    <dgm:pt modelId="{EFE0CE4B-A1F7-4881-BB67-EC2369600177}" type="pres">
      <dgm:prSet presAssocID="{E348F8E1-5337-49ED-AEBD-2CCA71672F47}" presName="outerComposite" presStyleCnt="0">
        <dgm:presLayoutVars>
          <dgm:chMax val="5"/>
          <dgm:dir/>
          <dgm:resizeHandles val="exact"/>
        </dgm:presLayoutVars>
      </dgm:prSet>
      <dgm:spPr/>
    </dgm:pt>
    <dgm:pt modelId="{7A2D5E67-1286-4FCA-BE1F-7D4D24E074A8}" type="pres">
      <dgm:prSet presAssocID="{E348F8E1-5337-49ED-AEBD-2CCA71672F47}" presName="dummyMaxCanvas" presStyleCnt="0">
        <dgm:presLayoutVars/>
      </dgm:prSet>
      <dgm:spPr/>
    </dgm:pt>
    <dgm:pt modelId="{A531A779-C81D-44D4-9480-097AF6B7591C}" type="pres">
      <dgm:prSet presAssocID="{E348F8E1-5337-49ED-AEBD-2CCA71672F47}" presName="FourNodes_1" presStyleLbl="node1" presStyleIdx="0" presStyleCnt="4">
        <dgm:presLayoutVars>
          <dgm:bulletEnabled val="1"/>
        </dgm:presLayoutVars>
      </dgm:prSet>
      <dgm:spPr/>
    </dgm:pt>
    <dgm:pt modelId="{E5396C9C-BE47-4AD7-966D-5C8CBAF18D77}" type="pres">
      <dgm:prSet presAssocID="{E348F8E1-5337-49ED-AEBD-2CCA71672F47}" presName="FourNodes_2" presStyleLbl="node1" presStyleIdx="1" presStyleCnt="4">
        <dgm:presLayoutVars>
          <dgm:bulletEnabled val="1"/>
        </dgm:presLayoutVars>
      </dgm:prSet>
      <dgm:spPr/>
    </dgm:pt>
    <dgm:pt modelId="{8F7F0417-4F82-4782-81AB-530EEDC0C22B}" type="pres">
      <dgm:prSet presAssocID="{E348F8E1-5337-49ED-AEBD-2CCA71672F47}" presName="FourNodes_3" presStyleLbl="node1" presStyleIdx="2" presStyleCnt="4">
        <dgm:presLayoutVars>
          <dgm:bulletEnabled val="1"/>
        </dgm:presLayoutVars>
      </dgm:prSet>
      <dgm:spPr/>
    </dgm:pt>
    <dgm:pt modelId="{19F500DF-1B1F-47A5-A416-739A811BCD16}" type="pres">
      <dgm:prSet presAssocID="{E348F8E1-5337-49ED-AEBD-2CCA71672F47}" presName="FourNodes_4" presStyleLbl="node1" presStyleIdx="3" presStyleCnt="4">
        <dgm:presLayoutVars>
          <dgm:bulletEnabled val="1"/>
        </dgm:presLayoutVars>
      </dgm:prSet>
      <dgm:spPr/>
    </dgm:pt>
    <dgm:pt modelId="{8B2F5C82-3FB3-42F2-A19F-EDBD6AD211EE}" type="pres">
      <dgm:prSet presAssocID="{E348F8E1-5337-49ED-AEBD-2CCA71672F47}" presName="FourConn_1-2" presStyleLbl="fgAccFollowNode1" presStyleIdx="0" presStyleCnt="3">
        <dgm:presLayoutVars>
          <dgm:bulletEnabled val="1"/>
        </dgm:presLayoutVars>
      </dgm:prSet>
      <dgm:spPr/>
    </dgm:pt>
    <dgm:pt modelId="{19F4220E-C2A5-4B81-9FBB-5700F42CD07C}" type="pres">
      <dgm:prSet presAssocID="{E348F8E1-5337-49ED-AEBD-2CCA71672F47}" presName="FourConn_2-3" presStyleLbl="fgAccFollowNode1" presStyleIdx="1" presStyleCnt="3">
        <dgm:presLayoutVars>
          <dgm:bulletEnabled val="1"/>
        </dgm:presLayoutVars>
      </dgm:prSet>
      <dgm:spPr/>
    </dgm:pt>
    <dgm:pt modelId="{8F998E49-3676-4347-A938-04ADF77A9ED8}" type="pres">
      <dgm:prSet presAssocID="{E348F8E1-5337-49ED-AEBD-2CCA71672F47}" presName="FourConn_3-4" presStyleLbl="fgAccFollowNode1" presStyleIdx="2" presStyleCnt="3">
        <dgm:presLayoutVars>
          <dgm:bulletEnabled val="1"/>
        </dgm:presLayoutVars>
      </dgm:prSet>
      <dgm:spPr/>
    </dgm:pt>
    <dgm:pt modelId="{4C33F4A4-A5F3-4B19-AA8E-A716B051C74D}" type="pres">
      <dgm:prSet presAssocID="{E348F8E1-5337-49ED-AEBD-2CCA71672F47}" presName="FourNodes_1_text" presStyleLbl="node1" presStyleIdx="3" presStyleCnt="4">
        <dgm:presLayoutVars>
          <dgm:bulletEnabled val="1"/>
        </dgm:presLayoutVars>
      </dgm:prSet>
      <dgm:spPr/>
    </dgm:pt>
    <dgm:pt modelId="{F63A2F1B-AB28-4808-82DD-FFDA3E6F2177}" type="pres">
      <dgm:prSet presAssocID="{E348F8E1-5337-49ED-AEBD-2CCA71672F47}" presName="FourNodes_2_text" presStyleLbl="node1" presStyleIdx="3" presStyleCnt="4">
        <dgm:presLayoutVars>
          <dgm:bulletEnabled val="1"/>
        </dgm:presLayoutVars>
      </dgm:prSet>
      <dgm:spPr/>
    </dgm:pt>
    <dgm:pt modelId="{F609B619-FFDC-42B5-8C5E-DB1A5B7C7F1A}" type="pres">
      <dgm:prSet presAssocID="{E348F8E1-5337-49ED-AEBD-2CCA71672F47}" presName="FourNodes_3_text" presStyleLbl="node1" presStyleIdx="3" presStyleCnt="4">
        <dgm:presLayoutVars>
          <dgm:bulletEnabled val="1"/>
        </dgm:presLayoutVars>
      </dgm:prSet>
      <dgm:spPr/>
    </dgm:pt>
    <dgm:pt modelId="{2341AAD3-8D6E-4E8C-963B-7BEC4A2F93B1}" type="pres">
      <dgm:prSet presAssocID="{E348F8E1-5337-49ED-AEBD-2CCA71672F4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82A4222-C460-411F-BBED-16A77CFCF09D}" type="presOf" srcId="{266E47B8-97CA-4A56-BB7E-6817446C519A}" destId="{8F7F0417-4F82-4782-81AB-530EEDC0C22B}" srcOrd="0" destOrd="0" presId="urn:microsoft.com/office/officeart/2005/8/layout/vProcess5"/>
    <dgm:cxn modelId="{1B47CB29-7286-4EDD-8021-A47DBEBF6DE4}" type="presOf" srcId="{2735C2C7-0594-42D6-A05D-31EA4F12315F}" destId="{4C33F4A4-A5F3-4B19-AA8E-A716B051C74D}" srcOrd="1" destOrd="0" presId="urn:microsoft.com/office/officeart/2005/8/layout/vProcess5"/>
    <dgm:cxn modelId="{95939C2A-D4AA-431D-A524-324643700BEC}" type="presOf" srcId="{1681EEE5-5F8A-4F16-9636-F5F7F9CDF117}" destId="{8F998E49-3676-4347-A938-04ADF77A9ED8}" srcOrd="0" destOrd="0" presId="urn:microsoft.com/office/officeart/2005/8/layout/vProcess5"/>
    <dgm:cxn modelId="{BCE24E5B-67AE-48B0-9790-6A65A4251CE9}" srcId="{E348F8E1-5337-49ED-AEBD-2CCA71672F47}" destId="{27F88B32-AAAA-403F-B3D7-C2F6094D9610}" srcOrd="3" destOrd="0" parTransId="{ECD697E8-12D0-43ED-B3B7-3851213B2469}" sibTransId="{B5764622-6AF9-40D7-8018-0FDB1929089B}"/>
    <dgm:cxn modelId="{C32B8665-354B-42DA-8667-21FEA49090DC}" type="presOf" srcId="{E348F8E1-5337-49ED-AEBD-2CCA71672F47}" destId="{EFE0CE4B-A1F7-4881-BB67-EC2369600177}" srcOrd="0" destOrd="0" presId="urn:microsoft.com/office/officeart/2005/8/layout/vProcess5"/>
    <dgm:cxn modelId="{CAD92058-2E97-4A53-B24E-83DFEE4F7751}" type="presOf" srcId="{E94719C0-103C-4F09-B6C1-549D4F6EE16B}" destId="{8B2F5C82-3FB3-42F2-A19F-EDBD6AD211EE}" srcOrd="0" destOrd="0" presId="urn:microsoft.com/office/officeart/2005/8/layout/vProcess5"/>
    <dgm:cxn modelId="{C8127F5A-2C66-45D5-8DCB-BE221DE9EA85}" type="presOf" srcId="{5A8DD320-254D-4323-B1CF-D619C64364F2}" destId="{E5396C9C-BE47-4AD7-966D-5C8CBAF18D77}" srcOrd="0" destOrd="0" presId="urn:microsoft.com/office/officeart/2005/8/layout/vProcess5"/>
    <dgm:cxn modelId="{ECFA279A-9474-4774-BD00-18650766022E}" srcId="{E348F8E1-5337-49ED-AEBD-2CCA71672F47}" destId="{5A8DD320-254D-4323-B1CF-D619C64364F2}" srcOrd="1" destOrd="0" parTransId="{A42F019B-B8AB-4072-AD07-EDE54ED96AD9}" sibTransId="{380DBB1B-5121-4263-A40C-02EF5146CE99}"/>
    <dgm:cxn modelId="{42F44BA6-57B5-4991-97C7-7330BA1A7380}" type="presOf" srcId="{380DBB1B-5121-4263-A40C-02EF5146CE99}" destId="{19F4220E-C2A5-4B81-9FBB-5700F42CD07C}" srcOrd="0" destOrd="0" presId="urn:microsoft.com/office/officeart/2005/8/layout/vProcess5"/>
    <dgm:cxn modelId="{55A3FBAF-5CDF-415D-B6BB-75D48E6C6B3A}" srcId="{E348F8E1-5337-49ED-AEBD-2CCA71672F47}" destId="{266E47B8-97CA-4A56-BB7E-6817446C519A}" srcOrd="2" destOrd="0" parTransId="{237BD19A-5E08-441A-9D9C-C0E62CDBC5F5}" sibTransId="{1681EEE5-5F8A-4F16-9636-F5F7F9CDF117}"/>
    <dgm:cxn modelId="{191311C6-9FC6-439D-A8E2-32ADAED2FA4A}" type="presOf" srcId="{266E47B8-97CA-4A56-BB7E-6817446C519A}" destId="{F609B619-FFDC-42B5-8C5E-DB1A5B7C7F1A}" srcOrd="1" destOrd="0" presId="urn:microsoft.com/office/officeart/2005/8/layout/vProcess5"/>
    <dgm:cxn modelId="{3C8856D9-81C2-4D77-936D-DAB4B9A955CD}" type="presOf" srcId="{27F88B32-AAAA-403F-B3D7-C2F6094D9610}" destId="{2341AAD3-8D6E-4E8C-963B-7BEC4A2F93B1}" srcOrd="1" destOrd="0" presId="urn:microsoft.com/office/officeart/2005/8/layout/vProcess5"/>
    <dgm:cxn modelId="{E106A3DA-4838-43A6-BA80-A734C4DD997D}" srcId="{E348F8E1-5337-49ED-AEBD-2CCA71672F47}" destId="{2735C2C7-0594-42D6-A05D-31EA4F12315F}" srcOrd="0" destOrd="0" parTransId="{A0CA7841-6DE2-43AA-BBB3-D7093C5CA28D}" sibTransId="{E94719C0-103C-4F09-B6C1-549D4F6EE16B}"/>
    <dgm:cxn modelId="{A8C620DF-2BA1-48CB-93F1-D2AAC02A3B14}" type="presOf" srcId="{27F88B32-AAAA-403F-B3D7-C2F6094D9610}" destId="{19F500DF-1B1F-47A5-A416-739A811BCD16}" srcOrd="0" destOrd="0" presId="urn:microsoft.com/office/officeart/2005/8/layout/vProcess5"/>
    <dgm:cxn modelId="{DAD8E6F0-3B68-43D6-A86F-F7E73F46F415}" type="presOf" srcId="{5A8DD320-254D-4323-B1CF-D619C64364F2}" destId="{F63A2F1B-AB28-4808-82DD-FFDA3E6F2177}" srcOrd="1" destOrd="0" presId="urn:microsoft.com/office/officeart/2005/8/layout/vProcess5"/>
    <dgm:cxn modelId="{5DB1B9F6-1C45-4BEE-856F-865B9210E178}" type="presOf" srcId="{2735C2C7-0594-42D6-A05D-31EA4F12315F}" destId="{A531A779-C81D-44D4-9480-097AF6B7591C}" srcOrd="0" destOrd="0" presId="urn:microsoft.com/office/officeart/2005/8/layout/vProcess5"/>
    <dgm:cxn modelId="{605D4CE7-5913-4B34-A31D-0F8EBBB70241}" type="presParOf" srcId="{EFE0CE4B-A1F7-4881-BB67-EC2369600177}" destId="{7A2D5E67-1286-4FCA-BE1F-7D4D24E074A8}" srcOrd="0" destOrd="0" presId="urn:microsoft.com/office/officeart/2005/8/layout/vProcess5"/>
    <dgm:cxn modelId="{6B2C7270-1DC0-4852-A5E0-60502C552D98}" type="presParOf" srcId="{EFE0CE4B-A1F7-4881-BB67-EC2369600177}" destId="{A531A779-C81D-44D4-9480-097AF6B7591C}" srcOrd="1" destOrd="0" presId="urn:microsoft.com/office/officeart/2005/8/layout/vProcess5"/>
    <dgm:cxn modelId="{428E0F07-9732-4DB1-8E52-E9E7A71EB5F7}" type="presParOf" srcId="{EFE0CE4B-A1F7-4881-BB67-EC2369600177}" destId="{E5396C9C-BE47-4AD7-966D-5C8CBAF18D77}" srcOrd="2" destOrd="0" presId="urn:microsoft.com/office/officeart/2005/8/layout/vProcess5"/>
    <dgm:cxn modelId="{02D2F540-E871-442C-8192-8CB1B9F50F74}" type="presParOf" srcId="{EFE0CE4B-A1F7-4881-BB67-EC2369600177}" destId="{8F7F0417-4F82-4782-81AB-530EEDC0C22B}" srcOrd="3" destOrd="0" presId="urn:microsoft.com/office/officeart/2005/8/layout/vProcess5"/>
    <dgm:cxn modelId="{2ED30662-57E3-49F4-AB1D-E9DDAB6C1681}" type="presParOf" srcId="{EFE0CE4B-A1F7-4881-BB67-EC2369600177}" destId="{19F500DF-1B1F-47A5-A416-739A811BCD16}" srcOrd="4" destOrd="0" presId="urn:microsoft.com/office/officeart/2005/8/layout/vProcess5"/>
    <dgm:cxn modelId="{073E33FF-8FEE-4BC2-977B-B587A7A2303F}" type="presParOf" srcId="{EFE0CE4B-A1F7-4881-BB67-EC2369600177}" destId="{8B2F5C82-3FB3-42F2-A19F-EDBD6AD211EE}" srcOrd="5" destOrd="0" presId="urn:microsoft.com/office/officeart/2005/8/layout/vProcess5"/>
    <dgm:cxn modelId="{9CD7E540-6EAA-4916-A4B9-15459E0C99B9}" type="presParOf" srcId="{EFE0CE4B-A1F7-4881-BB67-EC2369600177}" destId="{19F4220E-C2A5-4B81-9FBB-5700F42CD07C}" srcOrd="6" destOrd="0" presId="urn:microsoft.com/office/officeart/2005/8/layout/vProcess5"/>
    <dgm:cxn modelId="{986888FC-3ACF-4EA5-9543-3E995D3FE7BF}" type="presParOf" srcId="{EFE0CE4B-A1F7-4881-BB67-EC2369600177}" destId="{8F998E49-3676-4347-A938-04ADF77A9ED8}" srcOrd="7" destOrd="0" presId="urn:microsoft.com/office/officeart/2005/8/layout/vProcess5"/>
    <dgm:cxn modelId="{0D553E81-4AC2-4FCF-9795-253809E57A67}" type="presParOf" srcId="{EFE0CE4B-A1F7-4881-BB67-EC2369600177}" destId="{4C33F4A4-A5F3-4B19-AA8E-A716B051C74D}" srcOrd="8" destOrd="0" presId="urn:microsoft.com/office/officeart/2005/8/layout/vProcess5"/>
    <dgm:cxn modelId="{BA5756F7-4CBF-4C4C-9F22-2B7B7B05A2CD}" type="presParOf" srcId="{EFE0CE4B-A1F7-4881-BB67-EC2369600177}" destId="{F63A2F1B-AB28-4808-82DD-FFDA3E6F2177}" srcOrd="9" destOrd="0" presId="urn:microsoft.com/office/officeart/2005/8/layout/vProcess5"/>
    <dgm:cxn modelId="{27136706-5150-4E7A-B850-05067DA5CD73}" type="presParOf" srcId="{EFE0CE4B-A1F7-4881-BB67-EC2369600177}" destId="{F609B619-FFDC-42B5-8C5E-DB1A5B7C7F1A}" srcOrd="10" destOrd="0" presId="urn:microsoft.com/office/officeart/2005/8/layout/vProcess5"/>
    <dgm:cxn modelId="{8B1F42E8-9887-48AF-88AE-4858E9A3BDF4}" type="presParOf" srcId="{EFE0CE4B-A1F7-4881-BB67-EC2369600177}" destId="{2341AAD3-8D6E-4E8C-963B-7BEC4A2F93B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28E59A-4925-4BF6-986A-3056ADCEF92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539FAB-4926-44C3-8150-509B45EEB05F}">
      <dgm:prSet/>
      <dgm:spPr/>
      <dgm:t>
        <a:bodyPr/>
        <a:lstStyle/>
        <a:p>
          <a:r>
            <a:rPr lang="en-US"/>
            <a:t>• Total revenue by product category</a:t>
          </a:r>
        </a:p>
      </dgm:t>
    </dgm:pt>
    <dgm:pt modelId="{79CE2FEA-17CA-4FF6-96EF-CD5B970E780D}" type="parTrans" cxnId="{99793D37-571B-4667-A90A-D8FB6E53116C}">
      <dgm:prSet/>
      <dgm:spPr/>
      <dgm:t>
        <a:bodyPr/>
        <a:lstStyle/>
        <a:p>
          <a:endParaRPr lang="en-US"/>
        </a:p>
      </dgm:t>
    </dgm:pt>
    <dgm:pt modelId="{54D1D90E-49FB-4C87-B42D-38E0D1537013}" type="sibTrans" cxnId="{99793D37-571B-4667-A90A-D8FB6E53116C}">
      <dgm:prSet/>
      <dgm:spPr/>
      <dgm:t>
        <a:bodyPr/>
        <a:lstStyle/>
        <a:p>
          <a:endParaRPr lang="en-US"/>
        </a:p>
      </dgm:t>
    </dgm:pt>
    <dgm:pt modelId="{F847655D-ECA3-4D33-B736-C0091928CEA3}">
      <dgm:prSet/>
      <dgm:spPr/>
      <dgm:t>
        <a:bodyPr/>
        <a:lstStyle/>
        <a:p>
          <a:r>
            <a:rPr lang="en-US"/>
            <a:t>• Total number of orders per category</a:t>
          </a:r>
        </a:p>
      </dgm:t>
    </dgm:pt>
    <dgm:pt modelId="{EA857824-9DF5-4DFA-AA51-AFD146D4A126}" type="parTrans" cxnId="{52154E89-C9D4-4F41-8AA5-0B5674BBFF7B}">
      <dgm:prSet/>
      <dgm:spPr/>
      <dgm:t>
        <a:bodyPr/>
        <a:lstStyle/>
        <a:p>
          <a:endParaRPr lang="en-US"/>
        </a:p>
      </dgm:t>
    </dgm:pt>
    <dgm:pt modelId="{9B1BA960-2754-40A8-BA3B-991A890B743A}" type="sibTrans" cxnId="{52154E89-C9D4-4F41-8AA5-0B5674BBFF7B}">
      <dgm:prSet/>
      <dgm:spPr/>
      <dgm:t>
        <a:bodyPr/>
        <a:lstStyle/>
        <a:p>
          <a:endParaRPr lang="en-US"/>
        </a:p>
      </dgm:t>
    </dgm:pt>
    <dgm:pt modelId="{C42448D5-3682-4C60-81C6-8196B9BAB0FA}">
      <dgm:prSet/>
      <dgm:spPr/>
      <dgm:t>
        <a:bodyPr/>
        <a:lstStyle/>
        <a:p>
          <a:r>
            <a:rPr lang="en-US"/>
            <a:t>• Average order value to compare category efficiency</a:t>
          </a:r>
        </a:p>
      </dgm:t>
    </dgm:pt>
    <dgm:pt modelId="{8B910DBE-2342-4474-AE1C-E5F832828F9B}" type="parTrans" cxnId="{DFE69027-A897-4ADF-AF58-C36B6A96E1E3}">
      <dgm:prSet/>
      <dgm:spPr/>
      <dgm:t>
        <a:bodyPr/>
        <a:lstStyle/>
        <a:p>
          <a:endParaRPr lang="en-US"/>
        </a:p>
      </dgm:t>
    </dgm:pt>
    <dgm:pt modelId="{F234F521-50CF-4A3D-9D19-74922D1AEF0A}" type="sibTrans" cxnId="{DFE69027-A897-4ADF-AF58-C36B6A96E1E3}">
      <dgm:prSet/>
      <dgm:spPr/>
      <dgm:t>
        <a:bodyPr/>
        <a:lstStyle/>
        <a:p>
          <a:endParaRPr lang="en-US"/>
        </a:p>
      </dgm:t>
    </dgm:pt>
    <dgm:pt modelId="{A18021FB-2487-404C-BB97-F1B8DCC9DCF8}" type="pres">
      <dgm:prSet presAssocID="{1028E59A-4925-4BF6-986A-3056ADCEF923}" presName="root" presStyleCnt="0">
        <dgm:presLayoutVars>
          <dgm:dir/>
          <dgm:resizeHandles val="exact"/>
        </dgm:presLayoutVars>
      </dgm:prSet>
      <dgm:spPr/>
    </dgm:pt>
    <dgm:pt modelId="{1CCE0DBE-6AC2-4D97-AEC9-FC841567A706}" type="pres">
      <dgm:prSet presAssocID="{66539FAB-4926-44C3-8150-509B45EEB05F}" presName="compNode" presStyleCnt="0"/>
      <dgm:spPr/>
    </dgm:pt>
    <dgm:pt modelId="{B961CFBC-E2B3-4C4A-8FA3-5D316719F8F1}" type="pres">
      <dgm:prSet presAssocID="{66539FAB-4926-44C3-8150-509B45EEB05F}" presName="bgRect" presStyleLbl="bgShp" presStyleIdx="0" presStyleCnt="3"/>
      <dgm:spPr/>
    </dgm:pt>
    <dgm:pt modelId="{257D4C68-7E2E-414F-935A-B4C7C02CCA58}" type="pres">
      <dgm:prSet presAssocID="{66539FAB-4926-44C3-8150-509B45EEB0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43238C6-8A86-4144-B613-5B08A122DA68}" type="pres">
      <dgm:prSet presAssocID="{66539FAB-4926-44C3-8150-509B45EEB05F}" presName="spaceRect" presStyleCnt="0"/>
      <dgm:spPr/>
    </dgm:pt>
    <dgm:pt modelId="{818D3E61-905F-47AC-AF82-79F6BDF6748B}" type="pres">
      <dgm:prSet presAssocID="{66539FAB-4926-44C3-8150-509B45EEB05F}" presName="parTx" presStyleLbl="revTx" presStyleIdx="0" presStyleCnt="3">
        <dgm:presLayoutVars>
          <dgm:chMax val="0"/>
          <dgm:chPref val="0"/>
        </dgm:presLayoutVars>
      </dgm:prSet>
      <dgm:spPr/>
    </dgm:pt>
    <dgm:pt modelId="{34352970-03D6-40B2-96D3-BEA451A65438}" type="pres">
      <dgm:prSet presAssocID="{54D1D90E-49FB-4C87-B42D-38E0D1537013}" presName="sibTrans" presStyleCnt="0"/>
      <dgm:spPr/>
    </dgm:pt>
    <dgm:pt modelId="{08EB2DEF-06D5-440B-9E9A-3C33AA6C18F6}" type="pres">
      <dgm:prSet presAssocID="{F847655D-ECA3-4D33-B736-C0091928CEA3}" presName="compNode" presStyleCnt="0"/>
      <dgm:spPr/>
    </dgm:pt>
    <dgm:pt modelId="{D07C0642-3054-47D3-84CB-7AAE4DD14D77}" type="pres">
      <dgm:prSet presAssocID="{F847655D-ECA3-4D33-B736-C0091928CEA3}" presName="bgRect" presStyleLbl="bgShp" presStyleIdx="1" presStyleCnt="3"/>
      <dgm:spPr/>
    </dgm:pt>
    <dgm:pt modelId="{10EC930A-23F7-4A3B-8312-70382B2B0EDC}" type="pres">
      <dgm:prSet presAssocID="{F847655D-ECA3-4D33-B736-C0091928CE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F9D278F1-7C07-49EB-A615-ADC82AE66715}" type="pres">
      <dgm:prSet presAssocID="{F847655D-ECA3-4D33-B736-C0091928CEA3}" presName="spaceRect" presStyleCnt="0"/>
      <dgm:spPr/>
    </dgm:pt>
    <dgm:pt modelId="{F74B0572-1F79-4099-B4CE-3451D1881334}" type="pres">
      <dgm:prSet presAssocID="{F847655D-ECA3-4D33-B736-C0091928CEA3}" presName="parTx" presStyleLbl="revTx" presStyleIdx="1" presStyleCnt="3">
        <dgm:presLayoutVars>
          <dgm:chMax val="0"/>
          <dgm:chPref val="0"/>
        </dgm:presLayoutVars>
      </dgm:prSet>
      <dgm:spPr/>
    </dgm:pt>
    <dgm:pt modelId="{C479514C-FADD-4B07-A8F6-79A216BB08BF}" type="pres">
      <dgm:prSet presAssocID="{9B1BA960-2754-40A8-BA3B-991A890B743A}" presName="sibTrans" presStyleCnt="0"/>
      <dgm:spPr/>
    </dgm:pt>
    <dgm:pt modelId="{339FE3B2-A137-4430-9D84-E71BBA597F17}" type="pres">
      <dgm:prSet presAssocID="{C42448D5-3682-4C60-81C6-8196B9BAB0FA}" presName="compNode" presStyleCnt="0"/>
      <dgm:spPr/>
    </dgm:pt>
    <dgm:pt modelId="{AC6655B3-74BE-4286-BAAC-1EB2D567F099}" type="pres">
      <dgm:prSet presAssocID="{C42448D5-3682-4C60-81C6-8196B9BAB0FA}" presName="bgRect" presStyleLbl="bgShp" presStyleIdx="2" presStyleCnt="3"/>
      <dgm:spPr/>
    </dgm:pt>
    <dgm:pt modelId="{2EA1A8A7-1712-44CB-9873-93F6B9AD88A6}" type="pres">
      <dgm:prSet presAssocID="{C42448D5-3682-4C60-81C6-8196B9BAB0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0DD969F-EA80-4A0A-A1C5-40A55629B514}" type="pres">
      <dgm:prSet presAssocID="{C42448D5-3682-4C60-81C6-8196B9BAB0FA}" presName="spaceRect" presStyleCnt="0"/>
      <dgm:spPr/>
    </dgm:pt>
    <dgm:pt modelId="{78B6FCCA-5543-49F7-B09E-AE2B778D8AC7}" type="pres">
      <dgm:prSet presAssocID="{C42448D5-3682-4C60-81C6-8196B9BAB0F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FE69027-A897-4ADF-AF58-C36B6A96E1E3}" srcId="{1028E59A-4925-4BF6-986A-3056ADCEF923}" destId="{C42448D5-3682-4C60-81C6-8196B9BAB0FA}" srcOrd="2" destOrd="0" parTransId="{8B910DBE-2342-4474-AE1C-E5F832828F9B}" sibTransId="{F234F521-50CF-4A3D-9D19-74922D1AEF0A}"/>
    <dgm:cxn modelId="{99793D37-571B-4667-A90A-D8FB6E53116C}" srcId="{1028E59A-4925-4BF6-986A-3056ADCEF923}" destId="{66539FAB-4926-44C3-8150-509B45EEB05F}" srcOrd="0" destOrd="0" parTransId="{79CE2FEA-17CA-4FF6-96EF-CD5B970E780D}" sibTransId="{54D1D90E-49FB-4C87-B42D-38E0D1537013}"/>
    <dgm:cxn modelId="{E32CD47F-D5CE-4DA5-AE63-1B6BFD165130}" type="presOf" srcId="{66539FAB-4926-44C3-8150-509B45EEB05F}" destId="{818D3E61-905F-47AC-AF82-79F6BDF6748B}" srcOrd="0" destOrd="0" presId="urn:microsoft.com/office/officeart/2018/2/layout/IconVerticalSolidList"/>
    <dgm:cxn modelId="{52154E89-C9D4-4F41-8AA5-0B5674BBFF7B}" srcId="{1028E59A-4925-4BF6-986A-3056ADCEF923}" destId="{F847655D-ECA3-4D33-B736-C0091928CEA3}" srcOrd="1" destOrd="0" parTransId="{EA857824-9DF5-4DFA-AA51-AFD146D4A126}" sibTransId="{9B1BA960-2754-40A8-BA3B-991A890B743A}"/>
    <dgm:cxn modelId="{C032AEB0-F46D-4989-8184-E585F12646E7}" type="presOf" srcId="{1028E59A-4925-4BF6-986A-3056ADCEF923}" destId="{A18021FB-2487-404C-BB97-F1B8DCC9DCF8}" srcOrd="0" destOrd="0" presId="urn:microsoft.com/office/officeart/2018/2/layout/IconVerticalSolidList"/>
    <dgm:cxn modelId="{6E1F83C7-F197-4874-933F-7CBF82F8B078}" type="presOf" srcId="{F847655D-ECA3-4D33-B736-C0091928CEA3}" destId="{F74B0572-1F79-4099-B4CE-3451D1881334}" srcOrd="0" destOrd="0" presId="urn:microsoft.com/office/officeart/2018/2/layout/IconVerticalSolidList"/>
    <dgm:cxn modelId="{312DACE4-9FF8-4D2E-B9D2-EA168216FA0C}" type="presOf" srcId="{C42448D5-3682-4C60-81C6-8196B9BAB0FA}" destId="{78B6FCCA-5543-49F7-B09E-AE2B778D8AC7}" srcOrd="0" destOrd="0" presId="urn:microsoft.com/office/officeart/2018/2/layout/IconVerticalSolidList"/>
    <dgm:cxn modelId="{2D46D5A9-A4F3-49D4-8258-035DEF0F8D00}" type="presParOf" srcId="{A18021FB-2487-404C-BB97-F1B8DCC9DCF8}" destId="{1CCE0DBE-6AC2-4D97-AEC9-FC841567A706}" srcOrd="0" destOrd="0" presId="urn:microsoft.com/office/officeart/2018/2/layout/IconVerticalSolidList"/>
    <dgm:cxn modelId="{CF36966C-646F-487D-AA76-B0C8DF9C769A}" type="presParOf" srcId="{1CCE0DBE-6AC2-4D97-AEC9-FC841567A706}" destId="{B961CFBC-E2B3-4C4A-8FA3-5D316719F8F1}" srcOrd="0" destOrd="0" presId="urn:microsoft.com/office/officeart/2018/2/layout/IconVerticalSolidList"/>
    <dgm:cxn modelId="{AC563964-41B7-4E01-AC5C-EC297EAD9A41}" type="presParOf" srcId="{1CCE0DBE-6AC2-4D97-AEC9-FC841567A706}" destId="{257D4C68-7E2E-414F-935A-B4C7C02CCA58}" srcOrd="1" destOrd="0" presId="urn:microsoft.com/office/officeart/2018/2/layout/IconVerticalSolidList"/>
    <dgm:cxn modelId="{C064FF9E-BFF6-4116-91E5-C0F8937E3D1C}" type="presParOf" srcId="{1CCE0DBE-6AC2-4D97-AEC9-FC841567A706}" destId="{E43238C6-8A86-4144-B613-5B08A122DA68}" srcOrd="2" destOrd="0" presId="urn:microsoft.com/office/officeart/2018/2/layout/IconVerticalSolidList"/>
    <dgm:cxn modelId="{F09EDDCB-AA63-482B-B380-222CD56488A3}" type="presParOf" srcId="{1CCE0DBE-6AC2-4D97-AEC9-FC841567A706}" destId="{818D3E61-905F-47AC-AF82-79F6BDF6748B}" srcOrd="3" destOrd="0" presId="urn:microsoft.com/office/officeart/2018/2/layout/IconVerticalSolidList"/>
    <dgm:cxn modelId="{0825DEE2-B01B-49A3-94A5-5208DAE07CB7}" type="presParOf" srcId="{A18021FB-2487-404C-BB97-F1B8DCC9DCF8}" destId="{34352970-03D6-40B2-96D3-BEA451A65438}" srcOrd="1" destOrd="0" presId="urn:microsoft.com/office/officeart/2018/2/layout/IconVerticalSolidList"/>
    <dgm:cxn modelId="{04529D75-F2B4-4A70-9ADB-3ABE03F83560}" type="presParOf" srcId="{A18021FB-2487-404C-BB97-F1B8DCC9DCF8}" destId="{08EB2DEF-06D5-440B-9E9A-3C33AA6C18F6}" srcOrd="2" destOrd="0" presId="urn:microsoft.com/office/officeart/2018/2/layout/IconVerticalSolidList"/>
    <dgm:cxn modelId="{70FCF28F-82BD-4280-BE7D-9E7134CBCF1B}" type="presParOf" srcId="{08EB2DEF-06D5-440B-9E9A-3C33AA6C18F6}" destId="{D07C0642-3054-47D3-84CB-7AAE4DD14D77}" srcOrd="0" destOrd="0" presId="urn:microsoft.com/office/officeart/2018/2/layout/IconVerticalSolidList"/>
    <dgm:cxn modelId="{8AD794D5-CDBE-4291-B82C-9671C874ACDA}" type="presParOf" srcId="{08EB2DEF-06D5-440B-9E9A-3C33AA6C18F6}" destId="{10EC930A-23F7-4A3B-8312-70382B2B0EDC}" srcOrd="1" destOrd="0" presId="urn:microsoft.com/office/officeart/2018/2/layout/IconVerticalSolidList"/>
    <dgm:cxn modelId="{77863609-7C57-4640-9394-8DDD9C836D88}" type="presParOf" srcId="{08EB2DEF-06D5-440B-9E9A-3C33AA6C18F6}" destId="{F9D278F1-7C07-49EB-A615-ADC82AE66715}" srcOrd="2" destOrd="0" presId="urn:microsoft.com/office/officeart/2018/2/layout/IconVerticalSolidList"/>
    <dgm:cxn modelId="{7F65056F-E52F-430D-A99E-158109170185}" type="presParOf" srcId="{08EB2DEF-06D5-440B-9E9A-3C33AA6C18F6}" destId="{F74B0572-1F79-4099-B4CE-3451D1881334}" srcOrd="3" destOrd="0" presId="urn:microsoft.com/office/officeart/2018/2/layout/IconVerticalSolidList"/>
    <dgm:cxn modelId="{2894CF73-B24D-4F58-89D6-355473515F0E}" type="presParOf" srcId="{A18021FB-2487-404C-BB97-F1B8DCC9DCF8}" destId="{C479514C-FADD-4B07-A8F6-79A216BB08BF}" srcOrd="3" destOrd="0" presId="urn:microsoft.com/office/officeart/2018/2/layout/IconVerticalSolidList"/>
    <dgm:cxn modelId="{BD0BF65B-9451-4EC0-8B29-7EB8AA9C7C01}" type="presParOf" srcId="{A18021FB-2487-404C-BB97-F1B8DCC9DCF8}" destId="{339FE3B2-A137-4430-9D84-E71BBA597F17}" srcOrd="4" destOrd="0" presId="urn:microsoft.com/office/officeart/2018/2/layout/IconVerticalSolidList"/>
    <dgm:cxn modelId="{DCFC21DA-2296-49DE-932C-49BCF3A3217F}" type="presParOf" srcId="{339FE3B2-A137-4430-9D84-E71BBA597F17}" destId="{AC6655B3-74BE-4286-BAAC-1EB2D567F099}" srcOrd="0" destOrd="0" presId="urn:microsoft.com/office/officeart/2018/2/layout/IconVerticalSolidList"/>
    <dgm:cxn modelId="{B5ECBE57-890B-4DCD-A087-D37F8E9374F5}" type="presParOf" srcId="{339FE3B2-A137-4430-9D84-E71BBA597F17}" destId="{2EA1A8A7-1712-44CB-9873-93F6B9AD88A6}" srcOrd="1" destOrd="0" presId="urn:microsoft.com/office/officeart/2018/2/layout/IconVerticalSolidList"/>
    <dgm:cxn modelId="{7D30D813-A02F-454C-AAFE-5C6AAA466F1D}" type="presParOf" srcId="{339FE3B2-A137-4430-9D84-E71BBA597F17}" destId="{30DD969F-EA80-4A0A-A1C5-40A55629B514}" srcOrd="2" destOrd="0" presId="urn:microsoft.com/office/officeart/2018/2/layout/IconVerticalSolidList"/>
    <dgm:cxn modelId="{DFCDD24D-52F5-41EF-9DF6-093297B96AAB}" type="presParOf" srcId="{339FE3B2-A137-4430-9D84-E71BBA597F17}" destId="{78B6FCCA-5543-49F7-B09E-AE2B778D8A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73413E-9D8F-47C7-879E-A125F2FAF1C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B979F6-2937-4740-A7E5-418945E7C476}">
      <dgm:prSet/>
      <dgm:spPr/>
      <dgm:t>
        <a:bodyPr/>
        <a:lstStyle/>
        <a:p>
          <a:r>
            <a:rPr lang="en-US"/>
            <a:t>• Revenue aggregated by month</a:t>
          </a:r>
        </a:p>
      </dgm:t>
    </dgm:pt>
    <dgm:pt modelId="{60853FD5-1658-4D08-9DC8-F7C15E0F252B}" type="parTrans" cxnId="{4C9F3957-0557-4BCD-A942-EEC1E77F3D79}">
      <dgm:prSet/>
      <dgm:spPr/>
      <dgm:t>
        <a:bodyPr/>
        <a:lstStyle/>
        <a:p>
          <a:endParaRPr lang="en-US"/>
        </a:p>
      </dgm:t>
    </dgm:pt>
    <dgm:pt modelId="{1A4E353E-02D5-44D2-B1C6-8CCEFF71B688}" type="sibTrans" cxnId="{4C9F3957-0557-4BCD-A942-EEC1E77F3D79}">
      <dgm:prSet/>
      <dgm:spPr/>
      <dgm:t>
        <a:bodyPr/>
        <a:lstStyle/>
        <a:p>
          <a:endParaRPr lang="en-US"/>
        </a:p>
      </dgm:t>
    </dgm:pt>
    <dgm:pt modelId="{B076B378-C3BA-4B08-AFE9-6BA8295D3588}">
      <dgm:prSet/>
      <dgm:spPr/>
      <dgm:t>
        <a:bodyPr/>
        <a:lstStyle/>
        <a:p>
          <a:r>
            <a:rPr lang="en-US"/>
            <a:t>• Pivoted by region to compare performance</a:t>
          </a:r>
        </a:p>
      </dgm:t>
    </dgm:pt>
    <dgm:pt modelId="{B4CEE323-119E-4754-A1BA-C67FA80B1C83}" type="parTrans" cxnId="{CF1673D5-E6B4-42E7-A871-1DEDF2FE332F}">
      <dgm:prSet/>
      <dgm:spPr/>
      <dgm:t>
        <a:bodyPr/>
        <a:lstStyle/>
        <a:p>
          <a:endParaRPr lang="en-US"/>
        </a:p>
      </dgm:t>
    </dgm:pt>
    <dgm:pt modelId="{FB704910-2F9F-47C4-B1F6-C5F110CE63B8}" type="sibTrans" cxnId="{CF1673D5-E6B4-42E7-A871-1DEDF2FE332F}">
      <dgm:prSet/>
      <dgm:spPr/>
      <dgm:t>
        <a:bodyPr/>
        <a:lstStyle/>
        <a:p>
          <a:endParaRPr lang="en-US"/>
        </a:p>
      </dgm:t>
    </dgm:pt>
    <dgm:pt modelId="{1DDADFCC-3E0C-49D2-AAD1-61CEE95E12BE}">
      <dgm:prSet/>
      <dgm:spPr/>
      <dgm:t>
        <a:bodyPr/>
        <a:lstStyle/>
        <a:p>
          <a:r>
            <a:rPr lang="en-US"/>
            <a:t>• Identifies seasonal or regional fluctuations</a:t>
          </a:r>
        </a:p>
      </dgm:t>
    </dgm:pt>
    <dgm:pt modelId="{FC415860-C2EA-4020-B341-0605C4EA91AB}" type="parTrans" cxnId="{DDA8FF45-C723-4319-9599-71F18C1A5BC1}">
      <dgm:prSet/>
      <dgm:spPr/>
      <dgm:t>
        <a:bodyPr/>
        <a:lstStyle/>
        <a:p>
          <a:endParaRPr lang="en-US"/>
        </a:p>
      </dgm:t>
    </dgm:pt>
    <dgm:pt modelId="{F298D5C6-699D-4829-88A7-EB8B62E02775}" type="sibTrans" cxnId="{DDA8FF45-C723-4319-9599-71F18C1A5BC1}">
      <dgm:prSet/>
      <dgm:spPr/>
      <dgm:t>
        <a:bodyPr/>
        <a:lstStyle/>
        <a:p>
          <a:endParaRPr lang="en-US"/>
        </a:p>
      </dgm:t>
    </dgm:pt>
    <dgm:pt modelId="{A3C48E02-6EE2-49BB-B839-5F86D110B4D4}" type="pres">
      <dgm:prSet presAssocID="{1F73413E-9D8F-47C7-879E-A125F2FAF1C7}" presName="linear" presStyleCnt="0">
        <dgm:presLayoutVars>
          <dgm:animLvl val="lvl"/>
          <dgm:resizeHandles val="exact"/>
        </dgm:presLayoutVars>
      </dgm:prSet>
      <dgm:spPr/>
    </dgm:pt>
    <dgm:pt modelId="{1A57A9A9-BA9E-49AE-80ED-19965B592C65}" type="pres">
      <dgm:prSet presAssocID="{C6B979F6-2937-4740-A7E5-418945E7C47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BAC6B1B-C0A8-4873-BBAB-A6B0CD7F046C}" type="pres">
      <dgm:prSet presAssocID="{1A4E353E-02D5-44D2-B1C6-8CCEFF71B688}" presName="spacer" presStyleCnt="0"/>
      <dgm:spPr/>
    </dgm:pt>
    <dgm:pt modelId="{46A856E6-5FEB-4077-9D44-F9D90F012996}" type="pres">
      <dgm:prSet presAssocID="{B076B378-C3BA-4B08-AFE9-6BA8295D35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F6D8FB-1B6D-4E32-A916-BD0D4416EBE3}" type="pres">
      <dgm:prSet presAssocID="{FB704910-2F9F-47C4-B1F6-C5F110CE63B8}" presName="spacer" presStyleCnt="0"/>
      <dgm:spPr/>
    </dgm:pt>
    <dgm:pt modelId="{5A92912A-67E8-4473-9EC7-1DFE9F930BC2}" type="pres">
      <dgm:prSet presAssocID="{1DDADFCC-3E0C-49D2-AAD1-61CEE95E12B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5D9EE31-1EA1-41E9-A9A1-F3BDBD98BC8F}" type="presOf" srcId="{B076B378-C3BA-4B08-AFE9-6BA8295D3588}" destId="{46A856E6-5FEB-4077-9D44-F9D90F012996}" srcOrd="0" destOrd="0" presId="urn:microsoft.com/office/officeart/2005/8/layout/vList2"/>
    <dgm:cxn modelId="{DDA8FF45-C723-4319-9599-71F18C1A5BC1}" srcId="{1F73413E-9D8F-47C7-879E-A125F2FAF1C7}" destId="{1DDADFCC-3E0C-49D2-AAD1-61CEE95E12BE}" srcOrd="2" destOrd="0" parTransId="{FC415860-C2EA-4020-B341-0605C4EA91AB}" sibTransId="{F298D5C6-699D-4829-88A7-EB8B62E02775}"/>
    <dgm:cxn modelId="{4F700474-6170-45A3-8636-C45201B2FB83}" type="presOf" srcId="{1F73413E-9D8F-47C7-879E-A125F2FAF1C7}" destId="{A3C48E02-6EE2-49BB-B839-5F86D110B4D4}" srcOrd="0" destOrd="0" presId="urn:microsoft.com/office/officeart/2005/8/layout/vList2"/>
    <dgm:cxn modelId="{4C9F3957-0557-4BCD-A942-EEC1E77F3D79}" srcId="{1F73413E-9D8F-47C7-879E-A125F2FAF1C7}" destId="{C6B979F6-2937-4740-A7E5-418945E7C476}" srcOrd="0" destOrd="0" parTransId="{60853FD5-1658-4D08-9DC8-F7C15E0F252B}" sibTransId="{1A4E353E-02D5-44D2-B1C6-8CCEFF71B688}"/>
    <dgm:cxn modelId="{FC49B88D-1981-4A3D-B8AD-099780C13C8A}" type="presOf" srcId="{1DDADFCC-3E0C-49D2-AAD1-61CEE95E12BE}" destId="{5A92912A-67E8-4473-9EC7-1DFE9F930BC2}" srcOrd="0" destOrd="0" presId="urn:microsoft.com/office/officeart/2005/8/layout/vList2"/>
    <dgm:cxn modelId="{CF1673D5-E6B4-42E7-A871-1DEDF2FE332F}" srcId="{1F73413E-9D8F-47C7-879E-A125F2FAF1C7}" destId="{B076B378-C3BA-4B08-AFE9-6BA8295D3588}" srcOrd="1" destOrd="0" parTransId="{B4CEE323-119E-4754-A1BA-C67FA80B1C83}" sibTransId="{FB704910-2F9F-47C4-B1F6-C5F110CE63B8}"/>
    <dgm:cxn modelId="{A63017DF-B996-43EB-BD01-1AAEB9A67A7E}" type="presOf" srcId="{C6B979F6-2937-4740-A7E5-418945E7C476}" destId="{1A57A9A9-BA9E-49AE-80ED-19965B592C65}" srcOrd="0" destOrd="0" presId="urn:microsoft.com/office/officeart/2005/8/layout/vList2"/>
    <dgm:cxn modelId="{0177EE96-B02C-4228-9384-A675128B334D}" type="presParOf" srcId="{A3C48E02-6EE2-49BB-B839-5F86D110B4D4}" destId="{1A57A9A9-BA9E-49AE-80ED-19965B592C65}" srcOrd="0" destOrd="0" presId="urn:microsoft.com/office/officeart/2005/8/layout/vList2"/>
    <dgm:cxn modelId="{3F806BF9-71EE-45AA-B166-E9C8D0556F63}" type="presParOf" srcId="{A3C48E02-6EE2-49BB-B839-5F86D110B4D4}" destId="{4BAC6B1B-C0A8-4873-BBAB-A6B0CD7F046C}" srcOrd="1" destOrd="0" presId="urn:microsoft.com/office/officeart/2005/8/layout/vList2"/>
    <dgm:cxn modelId="{489741DD-6563-4F52-B681-B447CD823FE9}" type="presParOf" srcId="{A3C48E02-6EE2-49BB-B839-5F86D110B4D4}" destId="{46A856E6-5FEB-4077-9D44-F9D90F012996}" srcOrd="2" destOrd="0" presId="urn:microsoft.com/office/officeart/2005/8/layout/vList2"/>
    <dgm:cxn modelId="{8DD6A82E-1ABE-4323-9421-CEE5E9DFFAB2}" type="presParOf" srcId="{A3C48E02-6EE2-49BB-B839-5F86D110B4D4}" destId="{ECF6D8FB-1B6D-4E32-A916-BD0D4416EBE3}" srcOrd="3" destOrd="0" presId="urn:microsoft.com/office/officeart/2005/8/layout/vList2"/>
    <dgm:cxn modelId="{54B402A3-29F2-4F85-A29A-8438115BF456}" type="presParOf" srcId="{A3C48E02-6EE2-49BB-B839-5F86D110B4D4}" destId="{5A92912A-67E8-4473-9EC7-1DFE9F930BC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6326C1-B8F2-419C-9595-1581CA20FD2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6268C9D-5EFC-4D0A-9B64-C59E5D64FD04}">
      <dgm:prSet/>
      <dgm:spPr/>
      <dgm:t>
        <a:bodyPr/>
        <a:lstStyle/>
        <a:p>
          <a:r>
            <a:rPr lang="en-US"/>
            <a:t>• Computation of first and last order dates</a:t>
          </a:r>
        </a:p>
      </dgm:t>
    </dgm:pt>
    <dgm:pt modelId="{0F001487-4BA4-4173-A65D-BC3C41434171}" type="parTrans" cxnId="{F7590A6D-AC22-459E-8407-81B603EA242C}">
      <dgm:prSet/>
      <dgm:spPr/>
      <dgm:t>
        <a:bodyPr/>
        <a:lstStyle/>
        <a:p>
          <a:endParaRPr lang="en-US"/>
        </a:p>
      </dgm:t>
    </dgm:pt>
    <dgm:pt modelId="{F75413B0-C5DA-4127-B764-3D9BFE808E8C}" type="sibTrans" cxnId="{F7590A6D-AC22-459E-8407-81B603EA242C}">
      <dgm:prSet/>
      <dgm:spPr/>
      <dgm:t>
        <a:bodyPr/>
        <a:lstStyle/>
        <a:p>
          <a:endParaRPr lang="en-US"/>
        </a:p>
      </dgm:t>
    </dgm:pt>
    <dgm:pt modelId="{F639F962-0B76-4360-A596-8F899B980073}">
      <dgm:prSet/>
      <dgm:spPr/>
      <dgm:t>
        <a:bodyPr/>
        <a:lstStyle/>
        <a:p>
          <a:r>
            <a:rPr lang="en-US"/>
            <a:t>• Customer lifetime spend values</a:t>
          </a:r>
        </a:p>
      </dgm:t>
    </dgm:pt>
    <dgm:pt modelId="{426AE54E-8DB4-4094-AC9D-AE9F832A2CED}" type="parTrans" cxnId="{F84B33C8-92E7-460B-9C42-A495CE3422C0}">
      <dgm:prSet/>
      <dgm:spPr/>
      <dgm:t>
        <a:bodyPr/>
        <a:lstStyle/>
        <a:p>
          <a:endParaRPr lang="en-US"/>
        </a:p>
      </dgm:t>
    </dgm:pt>
    <dgm:pt modelId="{DCB65E17-2469-4B49-BA08-EE4F373A1928}" type="sibTrans" cxnId="{F84B33C8-92E7-460B-9C42-A495CE3422C0}">
      <dgm:prSet/>
      <dgm:spPr/>
      <dgm:t>
        <a:bodyPr/>
        <a:lstStyle/>
        <a:p>
          <a:endParaRPr lang="en-US"/>
        </a:p>
      </dgm:t>
    </dgm:pt>
    <dgm:pt modelId="{3C1CC7A0-0C03-4A84-9788-17EC1A26DA03}">
      <dgm:prSet/>
      <dgm:spPr/>
      <dgm:t>
        <a:bodyPr/>
        <a:lstStyle/>
        <a:p>
          <a:r>
            <a:rPr lang="en-US"/>
            <a:t>• Days between first and last order</a:t>
          </a:r>
        </a:p>
      </dgm:t>
    </dgm:pt>
    <dgm:pt modelId="{982EBA5F-3A8A-4063-A150-9AE79796C32E}" type="parTrans" cxnId="{82D03862-4742-49EF-8C6D-13111AD3E98C}">
      <dgm:prSet/>
      <dgm:spPr/>
      <dgm:t>
        <a:bodyPr/>
        <a:lstStyle/>
        <a:p>
          <a:endParaRPr lang="en-US"/>
        </a:p>
      </dgm:t>
    </dgm:pt>
    <dgm:pt modelId="{1855F9CB-573B-4B69-9E08-2FE9A956AB4A}" type="sibTrans" cxnId="{82D03862-4742-49EF-8C6D-13111AD3E98C}">
      <dgm:prSet/>
      <dgm:spPr/>
      <dgm:t>
        <a:bodyPr/>
        <a:lstStyle/>
        <a:p>
          <a:endParaRPr lang="en-US"/>
        </a:p>
      </dgm:t>
    </dgm:pt>
    <dgm:pt modelId="{FEE365AB-0641-4468-BCA6-AD685ABC494E}">
      <dgm:prSet/>
      <dgm:spPr/>
      <dgm:t>
        <a:bodyPr/>
        <a:lstStyle/>
        <a:p>
          <a:r>
            <a:rPr lang="en-US"/>
            <a:t>• Identify top customers contributing to revenue</a:t>
          </a:r>
        </a:p>
      </dgm:t>
    </dgm:pt>
    <dgm:pt modelId="{C4D2EC43-E3D4-4508-9006-FE104F21F7BC}" type="parTrans" cxnId="{F745CDD8-5BDF-46F9-9158-8AA7D1809D9F}">
      <dgm:prSet/>
      <dgm:spPr/>
      <dgm:t>
        <a:bodyPr/>
        <a:lstStyle/>
        <a:p>
          <a:endParaRPr lang="en-US"/>
        </a:p>
      </dgm:t>
    </dgm:pt>
    <dgm:pt modelId="{781E4C64-B77B-44F9-A46E-48045826C10C}" type="sibTrans" cxnId="{F745CDD8-5BDF-46F9-9158-8AA7D1809D9F}">
      <dgm:prSet/>
      <dgm:spPr/>
      <dgm:t>
        <a:bodyPr/>
        <a:lstStyle/>
        <a:p>
          <a:endParaRPr lang="en-US"/>
        </a:p>
      </dgm:t>
    </dgm:pt>
    <dgm:pt modelId="{9F89C4E1-5372-4D1F-A625-18E7740A712B}" type="pres">
      <dgm:prSet presAssocID="{0E6326C1-B8F2-419C-9595-1581CA20FD25}" presName="Name0" presStyleCnt="0">
        <dgm:presLayoutVars>
          <dgm:dir/>
          <dgm:animLvl val="lvl"/>
          <dgm:resizeHandles val="exact"/>
        </dgm:presLayoutVars>
      </dgm:prSet>
      <dgm:spPr/>
    </dgm:pt>
    <dgm:pt modelId="{0584EF6E-75D9-42BC-9758-AE9F20E63B90}" type="pres">
      <dgm:prSet presAssocID="{56268C9D-5EFC-4D0A-9B64-C59E5D64FD04}" presName="linNode" presStyleCnt="0"/>
      <dgm:spPr/>
    </dgm:pt>
    <dgm:pt modelId="{2F06235D-52F5-4BBC-8A33-846269E3A78E}" type="pres">
      <dgm:prSet presAssocID="{56268C9D-5EFC-4D0A-9B64-C59E5D64FD0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01BBB14-A900-42FD-BDB8-254A70F70502}" type="pres">
      <dgm:prSet presAssocID="{F75413B0-C5DA-4127-B764-3D9BFE808E8C}" presName="sp" presStyleCnt="0"/>
      <dgm:spPr/>
    </dgm:pt>
    <dgm:pt modelId="{E1A6E569-AE87-4268-B28E-9B5D09E0021A}" type="pres">
      <dgm:prSet presAssocID="{F639F962-0B76-4360-A596-8F899B980073}" presName="linNode" presStyleCnt="0"/>
      <dgm:spPr/>
    </dgm:pt>
    <dgm:pt modelId="{F79D5B5B-1F36-493C-9DFA-A2966B3DB706}" type="pres">
      <dgm:prSet presAssocID="{F639F962-0B76-4360-A596-8F899B98007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1746599-1DF2-4C54-8C8C-F7B1CFDD8437}" type="pres">
      <dgm:prSet presAssocID="{DCB65E17-2469-4B49-BA08-EE4F373A1928}" presName="sp" presStyleCnt="0"/>
      <dgm:spPr/>
    </dgm:pt>
    <dgm:pt modelId="{F033AFD2-5825-4471-9A4C-EB2268BA0B96}" type="pres">
      <dgm:prSet presAssocID="{3C1CC7A0-0C03-4A84-9788-17EC1A26DA03}" presName="linNode" presStyleCnt="0"/>
      <dgm:spPr/>
    </dgm:pt>
    <dgm:pt modelId="{43607933-6E7A-4FB6-9C8A-95FBA014D4B1}" type="pres">
      <dgm:prSet presAssocID="{3C1CC7A0-0C03-4A84-9788-17EC1A26DA0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671D08E8-FF9A-409A-BF95-A330FD7ABD8D}" type="pres">
      <dgm:prSet presAssocID="{1855F9CB-573B-4B69-9E08-2FE9A956AB4A}" presName="sp" presStyleCnt="0"/>
      <dgm:spPr/>
    </dgm:pt>
    <dgm:pt modelId="{CA8391C1-8927-4266-A461-532CAC7556EA}" type="pres">
      <dgm:prSet presAssocID="{FEE365AB-0641-4468-BCA6-AD685ABC494E}" presName="linNode" presStyleCnt="0"/>
      <dgm:spPr/>
    </dgm:pt>
    <dgm:pt modelId="{4A5B6DE2-84FD-40FE-8021-D50C8C421156}" type="pres">
      <dgm:prSet presAssocID="{FEE365AB-0641-4468-BCA6-AD685ABC494E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588B350A-4DA2-400C-913E-2D1BACFBC5FB}" type="presOf" srcId="{0E6326C1-B8F2-419C-9595-1581CA20FD25}" destId="{9F89C4E1-5372-4D1F-A625-18E7740A712B}" srcOrd="0" destOrd="0" presId="urn:microsoft.com/office/officeart/2005/8/layout/vList5"/>
    <dgm:cxn modelId="{51043F0D-AB11-409C-8671-554991959C20}" type="presOf" srcId="{56268C9D-5EFC-4D0A-9B64-C59E5D64FD04}" destId="{2F06235D-52F5-4BBC-8A33-846269E3A78E}" srcOrd="0" destOrd="0" presId="urn:microsoft.com/office/officeart/2005/8/layout/vList5"/>
    <dgm:cxn modelId="{3473C813-28C3-4161-9C9B-09CDE41150B5}" type="presOf" srcId="{3C1CC7A0-0C03-4A84-9788-17EC1A26DA03}" destId="{43607933-6E7A-4FB6-9C8A-95FBA014D4B1}" srcOrd="0" destOrd="0" presId="urn:microsoft.com/office/officeart/2005/8/layout/vList5"/>
    <dgm:cxn modelId="{82D03862-4742-49EF-8C6D-13111AD3E98C}" srcId="{0E6326C1-B8F2-419C-9595-1581CA20FD25}" destId="{3C1CC7A0-0C03-4A84-9788-17EC1A26DA03}" srcOrd="2" destOrd="0" parTransId="{982EBA5F-3A8A-4063-A150-9AE79796C32E}" sibTransId="{1855F9CB-573B-4B69-9E08-2FE9A956AB4A}"/>
    <dgm:cxn modelId="{F7590A6D-AC22-459E-8407-81B603EA242C}" srcId="{0E6326C1-B8F2-419C-9595-1581CA20FD25}" destId="{56268C9D-5EFC-4D0A-9B64-C59E5D64FD04}" srcOrd="0" destOrd="0" parTransId="{0F001487-4BA4-4173-A65D-BC3C41434171}" sibTransId="{F75413B0-C5DA-4127-B764-3D9BFE808E8C}"/>
    <dgm:cxn modelId="{F94FD28A-B3CC-4BED-AB91-B10C8BDA6FC2}" type="presOf" srcId="{F639F962-0B76-4360-A596-8F899B980073}" destId="{F79D5B5B-1F36-493C-9DFA-A2966B3DB706}" srcOrd="0" destOrd="0" presId="urn:microsoft.com/office/officeart/2005/8/layout/vList5"/>
    <dgm:cxn modelId="{EAB612B2-5CE1-4388-A22A-09A29CD8A00B}" type="presOf" srcId="{FEE365AB-0641-4468-BCA6-AD685ABC494E}" destId="{4A5B6DE2-84FD-40FE-8021-D50C8C421156}" srcOrd="0" destOrd="0" presId="urn:microsoft.com/office/officeart/2005/8/layout/vList5"/>
    <dgm:cxn modelId="{F84B33C8-92E7-460B-9C42-A495CE3422C0}" srcId="{0E6326C1-B8F2-419C-9595-1581CA20FD25}" destId="{F639F962-0B76-4360-A596-8F899B980073}" srcOrd="1" destOrd="0" parTransId="{426AE54E-8DB4-4094-AC9D-AE9F832A2CED}" sibTransId="{DCB65E17-2469-4B49-BA08-EE4F373A1928}"/>
    <dgm:cxn modelId="{F745CDD8-5BDF-46F9-9158-8AA7D1809D9F}" srcId="{0E6326C1-B8F2-419C-9595-1581CA20FD25}" destId="{FEE365AB-0641-4468-BCA6-AD685ABC494E}" srcOrd="3" destOrd="0" parTransId="{C4D2EC43-E3D4-4508-9006-FE104F21F7BC}" sibTransId="{781E4C64-B77B-44F9-A46E-48045826C10C}"/>
    <dgm:cxn modelId="{E79A5BD6-D2AE-4F17-BC81-887789B1E8B9}" type="presParOf" srcId="{9F89C4E1-5372-4D1F-A625-18E7740A712B}" destId="{0584EF6E-75D9-42BC-9758-AE9F20E63B90}" srcOrd="0" destOrd="0" presId="urn:microsoft.com/office/officeart/2005/8/layout/vList5"/>
    <dgm:cxn modelId="{4EFCE59F-DB9B-4B18-B273-7223C6C9AFCD}" type="presParOf" srcId="{0584EF6E-75D9-42BC-9758-AE9F20E63B90}" destId="{2F06235D-52F5-4BBC-8A33-846269E3A78E}" srcOrd="0" destOrd="0" presId="urn:microsoft.com/office/officeart/2005/8/layout/vList5"/>
    <dgm:cxn modelId="{D1F77189-96A5-43D3-973B-59594C73250E}" type="presParOf" srcId="{9F89C4E1-5372-4D1F-A625-18E7740A712B}" destId="{A01BBB14-A900-42FD-BDB8-254A70F70502}" srcOrd="1" destOrd="0" presId="urn:microsoft.com/office/officeart/2005/8/layout/vList5"/>
    <dgm:cxn modelId="{DE090366-D918-4366-BF47-64DDA0623D76}" type="presParOf" srcId="{9F89C4E1-5372-4D1F-A625-18E7740A712B}" destId="{E1A6E569-AE87-4268-B28E-9B5D09E0021A}" srcOrd="2" destOrd="0" presId="urn:microsoft.com/office/officeart/2005/8/layout/vList5"/>
    <dgm:cxn modelId="{6D4DCE47-2FC1-4E91-A4AC-5004F8F06D68}" type="presParOf" srcId="{E1A6E569-AE87-4268-B28E-9B5D09E0021A}" destId="{F79D5B5B-1F36-493C-9DFA-A2966B3DB706}" srcOrd="0" destOrd="0" presId="urn:microsoft.com/office/officeart/2005/8/layout/vList5"/>
    <dgm:cxn modelId="{5654D2D5-8ADA-4103-B7D4-6C667A6A2240}" type="presParOf" srcId="{9F89C4E1-5372-4D1F-A625-18E7740A712B}" destId="{21746599-1DF2-4C54-8C8C-F7B1CFDD8437}" srcOrd="3" destOrd="0" presId="urn:microsoft.com/office/officeart/2005/8/layout/vList5"/>
    <dgm:cxn modelId="{9950C437-2019-4854-ADA5-F7C115030C65}" type="presParOf" srcId="{9F89C4E1-5372-4D1F-A625-18E7740A712B}" destId="{F033AFD2-5825-4471-9A4C-EB2268BA0B96}" srcOrd="4" destOrd="0" presId="urn:microsoft.com/office/officeart/2005/8/layout/vList5"/>
    <dgm:cxn modelId="{F306004D-4342-422C-A8F8-713867A80E2E}" type="presParOf" srcId="{F033AFD2-5825-4471-9A4C-EB2268BA0B96}" destId="{43607933-6E7A-4FB6-9C8A-95FBA014D4B1}" srcOrd="0" destOrd="0" presId="urn:microsoft.com/office/officeart/2005/8/layout/vList5"/>
    <dgm:cxn modelId="{39649855-3240-4A44-A0E4-89A28E70317C}" type="presParOf" srcId="{9F89C4E1-5372-4D1F-A625-18E7740A712B}" destId="{671D08E8-FF9A-409A-BF95-A330FD7ABD8D}" srcOrd="5" destOrd="0" presId="urn:microsoft.com/office/officeart/2005/8/layout/vList5"/>
    <dgm:cxn modelId="{56DB48EC-2EEC-407B-816E-B82E22DB9186}" type="presParOf" srcId="{9F89C4E1-5372-4D1F-A625-18E7740A712B}" destId="{CA8391C1-8927-4266-A461-532CAC7556EA}" srcOrd="6" destOrd="0" presId="urn:microsoft.com/office/officeart/2005/8/layout/vList5"/>
    <dgm:cxn modelId="{6427DA42-68D7-4C9C-9604-5304D5E1EFD1}" type="presParOf" srcId="{CA8391C1-8927-4266-A461-532CAC7556EA}" destId="{4A5B6DE2-84FD-40FE-8021-D50C8C42115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9270C0-BE32-44BB-BD94-2D058C077B8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D4F74B-BF45-448E-AC96-85840F69B9B1}">
      <dgm:prSet/>
      <dgm:spPr/>
      <dgm:t>
        <a:bodyPr/>
        <a:lstStyle/>
        <a:p>
          <a:r>
            <a:rPr lang="en-US"/>
            <a:t>• Category and region trends guide inventory and marketing</a:t>
          </a:r>
        </a:p>
      </dgm:t>
    </dgm:pt>
    <dgm:pt modelId="{EBCB92DE-7839-4753-B2A0-F88C6BA4779B}" type="parTrans" cxnId="{9AC26844-86CA-41C6-A2C1-4037CDEA3E9D}">
      <dgm:prSet/>
      <dgm:spPr/>
      <dgm:t>
        <a:bodyPr/>
        <a:lstStyle/>
        <a:p>
          <a:endParaRPr lang="en-US"/>
        </a:p>
      </dgm:t>
    </dgm:pt>
    <dgm:pt modelId="{2F0AE4B8-7D57-49D8-B67F-C45B7FCD556B}" type="sibTrans" cxnId="{9AC26844-86CA-41C6-A2C1-4037CDEA3E9D}">
      <dgm:prSet/>
      <dgm:spPr/>
      <dgm:t>
        <a:bodyPr/>
        <a:lstStyle/>
        <a:p>
          <a:endParaRPr lang="en-US"/>
        </a:p>
      </dgm:t>
    </dgm:pt>
    <dgm:pt modelId="{F281DB68-AF64-4242-BE89-0FEA88D72265}">
      <dgm:prSet/>
      <dgm:spPr/>
      <dgm:t>
        <a:bodyPr/>
        <a:lstStyle/>
        <a:p>
          <a:r>
            <a:rPr lang="en-US"/>
            <a:t>• Customer analytics support retention and loyalty initiatives</a:t>
          </a:r>
        </a:p>
      </dgm:t>
    </dgm:pt>
    <dgm:pt modelId="{0C520B0A-28B1-4776-9AD6-A235D3939D28}" type="parTrans" cxnId="{3D0DC100-496D-4F23-9A27-74684ABBE0A6}">
      <dgm:prSet/>
      <dgm:spPr/>
      <dgm:t>
        <a:bodyPr/>
        <a:lstStyle/>
        <a:p>
          <a:endParaRPr lang="en-US"/>
        </a:p>
      </dgm:t>
    </dgm:pt>
    <dgm:pt modelId="{E5D24238-7B1C-4CD8-A62F-E2E982A67B8E}" type="sibTrans" cxnId="{3D0DC100-496D-4F23-9A27-74684ABBE0A6}">
      <dgm:prSet/>
      <dgm:spPr/>
      <dgm:t>
        <a:bodyPr/>
        <a:lstStyle/>
        <a:p>
          <a:endParaRPr lang="en-US"/>
        </a:p>
      </dgm:t>
    </dgm:pt>
    <dgm:pt modelId="{D2D4AC3D-662A-49A1-A35E-63299B9C3AD0}">
      <dgm:prSet/>
      <dgm:spPr/>
      <dgm:t>
        <a:bodyPr/>
        <a:lstStyle/>
        <a:p>
          <a:r>
            <a:rPr lang="en-US"/>
            <a:t>• Abandonment analysis highlights areas for UX improvement</a:t>
          </a:r>
        </a:p>
      </dgm:t>
    </dgm:pt>
    <dgm:pt modelId="{EE763A29-BD22-4566-BA4D-199923C16E9A}" type="parTrans" cxnId="{60EB0A6C-07A4-418C-94C0-A37C0854FB93}">
      <dgm:prSet/>
      <dgm:spPr/>
      <dgm:t>
        <a:bodyPr/>
        <a:lstStyle/>
        <a:p>
          <a:endParaRPr lang="en-US"/>
        </a:p>
      </dgm:t>
    </dgm:pt>
    <dgm:pt modelId="{1392D1C0-DBCE-450B-8854-4222DC733C5B}" type="sibTrans" cxnId="{60EB0A6C-07A4-418C-94C0-A37C0854FB93}">
      <dgm:prSet/>
      <dgm:spPr/>
      <dgm:t>
        <a:bodyPr/>
        <a:lstStyle/>
        <a:p>
          <a:endParaRPr lang="en-US"/>
        </a:p>
      </dgm:t>
    </dgm:pt>
    <dgm:pt modelId="{793EBC8A-0643-48CA-97EB-EB7A0E012675}">
      <dgm:prSet/>
      <dgm:spPr/>
      <dgm:t>
        <a:bodyPr/>
        <a:lstStyle/>
        <a:p>
          <a:r>
            <a:rPr lang="en-US"/>
            <a:t>• Provides a data-driven foundation for decision-making</a:t>
          </a:r>
        </a:p>
      </dgm:t>
    </dgm:pt>
    <dgm:pt modelId="{674E7820-8094-4D9C-A486-3F2403809E03}" type="parTrans" cxnId="{DB4316E9-9EE9-4FDF-AC6F-CBF8F06FDB16}">
      <dgm:prSet/>
      <dgm:spPr/>
      <dgm:t>
        <a:bodyPr/>
        <a:lstStyle/>
        <a:p>
          <a:endParaRPr lang="en-US"/>
        </a:p>
      </dgm:t>
    </dgm:pt>
    <dgm:pt modelId="{85109D5A-2618-4DE5-9BC0-27453DABFE4B}" type="sibTrans" cxnId="{DB4316E9-9EE9-4FDF-AC6F-CBF8F06FDB16}">
      <dgm:prSet/>
      <dgm:spPr/>
      <dgm:t>
        <a:bodyPr/>
        <a:lstStyle/>
        <a:p>
          <a:endParaRPr lang="en-US"/>
        </a:p>
      </dgm:t>
    </dgm:pt>
    <dgm:pt modelId="{D42FF9B7-1C1B-46C1-8A93-E905970E069D}" type="pres">
      <dgm:prSet presAssocID="{AD9270C0-BE32-44BB-BD94-2D058C077B8B}" presName="root" presStyleCnt="0">
        <dgm:presLayoutVars>
          <dgm:dir/>
          <dgm:resizeHandles val="exact"/>
        </dgm:presLayoutVars>
      </dgm:prSet>
      <dgm:spPr/>
    </dgm:pt>
    <dgm:pt modelId="{B67384DC-932A-41CD-AF2B-CBCA31BA683C}" type="pres">
      <dgm:prSet presAssocID="{FCD4F74B-BF45-448E-AC96-85840F69B9B1}" presName="compNode" presStyleCnt="0"/>
      <dgm:spPr/>
    </dgm:pt>
    <dgm:pt modelId="{A6FFAE6C-7E08-4801-BEE1-676634780CC0}" type="pres">
      <dgm:prSet presAssocID="{FCD4F74B-BF45-448E-AC96-85840F69B9B1}" presName="bgRect" presStyleLbl="bgShp" presStyleIdx="0" presStyleCnt="4"/>
      <dgm:spPr/>
    </dgm:pt>
    <dgm:pt modelId="{4AF7FA0F-07C6-4067-94E6-9CD999D7A9F2}" type="pres">
      <dgm:prSet presAssocID="{FCD4F74B-BF45-448E-AC96-85840F69B9B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86B835E3-C218-4DED-B191-C469CA1F8B4E}" type="pres">
      <dgm:prSet presAssocID="{FCD4F74B-BF45-448E-AC96-85840F69B9B1}" presName="spaceRect" presStyleCnt="0"/>
      <dgm:spPr/>
    </dgm:pt>
    <dgm:pt modelId="{444DAEB2-065B-4088-9BE7-2D3AB82CEEB6}" type="pres">
      <dgm:prSet presAssocID="{FCD4F74B-BF45-448E-AC96-85840F69B9B1}" presName="parTx" presStyleLbl="revTx" presStyleIdx="0" presStyleCnt="4">
        <dgm:presLayoutVars>
          <dgm:chMax val="0"/>
          <dgm:chPref val="0"/>
        </dgm:presLayoutVars>
      </dgm:prSet>
      <dgm:spPr/>
    </dgm:pt>
    <dgm:pt modelId="{7F795AAC-B351-46DC-A62F-8A61974FEF06}" type="pres">
      <dgm:prSet presAssocID="{2F0AE4B8-7D57-49D8-B67F-C45B7FCD556B}" presName="sibTrans" presStyleCnt="0"/>
      <dgm:spPr/>
    </dgm:pt>
    <dgm:pt modelId="{5EFB8C64-4EAA-458E-B007-6AC39B2E468E}" type="pres">
      <dgm:prSet presAssocID="{F281DB68-AF64-4242-BE89-0FEA88D72265}" presName="compNode" presStyleCnt="0"/>
      <dgm:spPr/>
    </dgm:pt>
    <dgm:pt modelId="{8BC7CD92-3C91-46A0-A807-7D5BFCB0D2D3}" type="pres">
      <dgm:prSet presAssocID="{F281DB68-AF64-4242-BE89-0FEA88D72265}" presName="bgRect" presStyleLbl="bgShp" presStyleIdx="1" presStyleCnt="4"/>
      <dgm:spPr/>
    </dgm:pt>
    <dgm:pt modelId="{0F6ECBF7-A101-49F9-B74A-767046FA9BCF}" type="pres">
      <dgm:prSet presAssocID="{F281DB68-AF64-4242-BE89-0FEA88D722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02DD41B-F270-4656-86BD-F3183BC26D5D}" type="pres">
      <dgm:prSet presAssocID="{F281DB68-AF64-4242-BE89-0FEA88D72265}" presName="spaceRect" presStyleCnt="0"/>
      <dgm:spPr/>
    </dgm:pt>
    <dgm:pt modelId="{2A014056-1C08-452B-BD0A-4E56461D94FF}" type="pres">
      <dgm:prSet presAssocID="{F281DB68-AF64-4242-BE89-0FEA88D72265}" presName="parTx" presStyleLbl="revTx" presStyleIdx="1" presStyleCnt="4">
        <dgm:presLayoutVars>
          <dgm:chMax val="0"/>
          <dgm:chPref val="0"/>
        </dgm:presLayoutVars>
      </dgm:prSet>
      <dgm:spPr/>
    </dgm:pt>
    <dgm:pt modelId="{15E0E8AC-0AD8-4419-BF8B-D6701D18FAA1}" type="pres">
      <dgm:prSet presAssocID="{E5D24238-7B1C-4CD8-A62F-E2E982A67B8E}" presName="sibTrans" presStyleCnt="0"/>
      <dgm:spPr/>
    </dgm:pt>
    <dgm:pt modelId="{9F0FFF9C-C33A-4166-9508-AC375F58070D}" type="pres">
      <dgm:prSet presAssocID="{D2D4AC3D-662A-49A1-A35E-63299B9C3AD0}" presName="compNode" presStyleCnt="0"/>
      <dgm:spPr/>
    </dgm:pt>
    <dgm:pt modelId="{2246DA4F-344F-4403-8EBB-FD03B91B352C}" type="pres">
      <dgm:prSet presAssocID="{D2D4AC3D-662A-49A1-A35E-63299B9C3AD0}" presName="bgRect" presStyleLbl="bgShp" presStyleIdx="2" presStyleCnt="4"/>
      <dgm:spPr/>
    </dgm:pt>
    <dgm:pt modelId="{FCA3D5EC-84ED-498D-B484-7DF20FD0FE76}" type="pres">
      <dgm:prSet presAssocID="{D2D4AC3D-662A-49A1-A35E-63299B9C3A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40537F4-89C1-44FF-968A-3C6AA4FC7769}" type="pres">
      <dgm:prSet presAssocID="{D2D4AC3D-662A-49A1-A35E-63299B9C3AD0}" presName="spaceRect" presStyleCnt="0"/>
      <dgm:spPr/>
    </dgm:pt>
    <dgm:pt modelId="{388E252E-47A4-4367-9383-3B115A8ECBA5}" type="pres">
      <dgm:prSet presAssocID="{D2D4AC3D-662A-49A1-A35E-63299B9C3AD0}" presName="parTx" presStyleLbl="revTx" presStyleIdx="2" presStyleCnt="4">
        <dgm:presLayoutVars>
          <dgm:chMax val="0"/>
          <dgm:chPref val="0"/>
        </dgm:presLayoutVars>
      </dgm:prSet>
      <dgm:spPr/>
    </dgm:pt>
    <dgm:pt modelId="{DDDBB026-2518-46DA-BFB6-5BC64EDC906B}" type="pres">
      <dgm:prSet presAssocID="{1392D1C0-DBCE-450B-8854-4222DC733C5B}" presName="sibTrans" presStyleCnt="0"/>
      <dgm:spPr/>
    </dgm:pt>
    <dgm:pt modelId="{5436A055-35E4-49A9-8223-E1BC3B0DF9F5}" type="pres">
      <dgm:prSet presAssocID="{793EBC8A-0643-48CA-97EB-EB7A0E012675}" presName="compNode" presStyleCnt="0"/>
      <dgm:spPr/>
    </dgm:pt>
    <dgm:pt modelId="{CF49B5C8-B9F0-4A8B-9F29-D9603E54794A}" type="pres">
      <dgm:prSet presAssocID="{793EBC8A-0643-48CA-97EB-EB7A0E012675}" presName="bgRect" presStyleLbl="bgShp" presStyleIdx="3" presStyleCnt="4"/>
      <dgm:spPr/>
    </dgm:pt>
    <dgm:pt modelId="{E7882BE7-5D00-439C-95CC-CBDC7C1129D2}" type="pres">
      <dgm:prSet presAssocID="{793EBC8A-0643-48CA-97EB-EB7A0E01267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037C128-98B8-4E20-A7D1-D210F7D1A750}" type="pres">
      <dgm:prSet presAssocID="{793EBC8A-0643-48CA-97EB-EB7A0E012675}" presName="spaceRect" presStyleCnt="0"/>
      <dgm:spPr/>
    </dgm:pt>
    <dgm:pt modelId="{610F1357-D1B2-4A19-BA5D-0FA2585D49E1}" type="pres">
      <dgm:prSet presAssocID="{793EBC8A-0643-48CA-97EB-EB7A0E01267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0DC100-496D-4F23-9A27-74684ABBE0A6}" srcId="{AD9270C0-BE32-44BB-BD94-2D058C077B8B}" destId="{F281DB68-AF64-4242-BE89-0FEA88D72265}" srcOrd="1" destOrd="0" parTransId="{0C520B0A-28B1-4776-9AD6-A235D3939D28}" sibTransId="{E5D24238-7B1C-4CD8-A62F-E2E982A67B8E}"/>
    <dgm:cxn modelId="{0998705E-C158-436C-B227-4CFF2173F479}" type="presOf" srcId="{FCD4F74B-BF45-448E-AC96-85840F69B9B1}" destId="{444DAEB2-065B-4088-9BE7-2D3AB82CEEB6}" srcOrd="0" destOrd="0" presId="urn:microsoft.com/office/officeart/2018/2/layout/IconVerticalSolidList"/>
    <dgm:cxn modelId="{9AC26844-86CA-41C6-A2C1-4037CDEA3E9D}" srcId="{AD9270C0-BE32-44BB-BD94-2D058C077B8B}" destId="{FCD4F74B-BF45-448E-AC96-85840F69B9B1}" srcOrd="0" destOrd="0" parTransId="{EBCB92DE-7839-4753-B2A0-F88C6BA4779B}" sibTransId="{2F0AE4B8-7D57-49D8-B67F-C45B7FCD556B}"/>
    <dgm:cxn modelId="{60EB0A6C-07A4-418C-94C0-A37C0854FB93}" srcId="{AD9270C0-BE32-44BB-BD94-2D058C077B8B}" destId="{D2D4AC3D-662A-49A1-A35E-63299B9C3AD0}" srcOrd="2" destOrd="0" parTransId="{EE763A29-BD22-4566-BA4D-199923C16E9A}" sibTransId="{1392D1C0-DBCE-450B-8854-4222DC733C5B}"/>
    <dgm:cxn modelId="{A611EAC0-63EE-4D24-A430-A3D249B64D72}" type="presOf" srcId="{AD9270C0-BE32-44BB-BD94-2D058C077B8B}" destId="{D42FF9B7-1C1B-46C1-8A93-E905970E069D}" srcOrd="0" destOrd="0" presId="urn:microsoft.com/office/officeart/2018/2/layout/IconVerticalSolidList"/>
    <dgm:cxn modelId="{9D2D03CE-8FF2-4A28-B81D-90AFEC4A1D08}" type="presOf" srcId="{793EBC8A-0643-48CA-97EB-EB7A0E012675}" destId="{610F1357-D1B2-4A19-BA5D-0FA2585D49E1}" srcOrd="0" destOrd="0" presId="urn:microsoft.com/office/officeart/2018/2/layout/IconVerticalSolidList"/>
    <dgm:cxn modelId="{DB4316E9-9EE9-4FDF-AC6F-CBF8F06FDB16}" srcId="{AD9270C0-BE32-44BB-BD94-2D058C077B8B}" destId="{793EBC8A-0643-48CA-97EB-EB7A0E012675}" srcOrd="3" destOrd="0" parTransId="{674E7820-8094-4D9C-A486-3F2403809E03}" sibTransId="{85109D5A-2618-4DE5-9BC0-27453DABFE4B}"/>
    <dgm:cxn modelId="{96E665EB-6868-41F6-841D-4565F9B604B9}" type="presOf" srcId="{D2D4AC3D-662A-49A1-A35E-63299B9C3AD0}" destId="{388E252E-47A4-4367-9383-3B115A8ECBA5}" srcOrd="0" destOrd="0" presId="urn:microsoft.com/office/officeart/2018/2/layout/IconVerticalSolidList"/>
    <dgm:cxn modelId="{08A3EEFE-51C0-49AF-8B40-091C619DED5D}" type="presOf" srcId="{F281DB68-AF64-4242-BE89-0FEA88D72265}" destId="{2A014056-1C08-452B-BD0A-4E56461D94FF}" srcOrd="0" destOrd="0" presId="urn:microsoft.com/office/officeart/2018/2/layout/IconVerticalSolidList"/>
    <dgm:cxn modelId="{7943DDC6-872A-4E0F-BE88-40257AAE3744}" type="presParOf" srcId="{D42FF9B7-1C1B-46C1-8A93-E905970E069D}" destId="{B67384DC-932A-41CD-AF2B-CBCA31BA683C}" srcOrd="0" destOrd="0" presId="urn:microsoft.com/office/officeart/2018/2/layout/IconVerticalSolidList"/>
    <dgm:cxn modelId="{63360F97-526C-4F3C-B9A8-F425C7EDE4C1}" type="presParOf" srcId="{B67384DC-932A-41CD-AF2B-CBCA31BA683C}" destId="{A6FFAE6C-7E08-4801-BEE1-676634780CC0}" srcOrd="0" destOrd="0" presId="urn:microsoft.com/office/officeart/2018/2/layout/IconVerticalSolidList"/>
    <dgm:cxn modelId="{3D9756F8-3C70-4955-B008-D2365168D81E}" type="presParOf" srcId="{B67384DC-932A-41CD-AF2B-CBCA31BA683C}" destId="{4AF7FA0F-07C6-4067-94E6-9CD999D7A9F2}" srcOrd="1" destOrd="0" presId="urn:microsoft.com/office/officeart/2018/2/layout/IconVerticalSolidList"/>
    <dgm:cxn modelId="{0DF8BEBF-EE3A-4506-9335-DECD013946BE}" type="presParOf" srcId="{B67384DC-932A-41CD-AF2B-CBCA31BA683C}" destId="{86B835E3-C218-4DED-B191-C469CA1F8B4E}" srcOrd="2" destOrd="0" presId="urn:microsoft.com/office/officeart/2018/2/layout/IconVerticalSolidList"/>
    <dgm:cxn modelId="{4623709A-06F2-49DE-A661-F2F4D9FE76FA}" type="presParOf" srcId="{B67384DC-932A-41CD-AF2B-CBCA31BA683C}" destId="{444DAEB2-065B-4088-9BE7-2D3AB82CEEB6}" srcOrd="3" destOrd="0" presId="urn:microsoft.com/office/officeart/2018/2/layout/IconVerticalSolidList"/>
    <dgm:cxn modelId="{0E022E12-3217-4F09-84D2-CB00A2D6D419}" type="presParOf" srcId="{D42FF9B7-1C1B-46C1-8A93-E905970E069D}" destId="{7F795AAC-B351-46DC-A62F-8A61974FEF06}" srcOrd="1" destOrd="0" presId="urn:microsoft.com/office/officeart/2018/2/layout/IconVerticalSolidList"/>
    <dgm:cxn modelId="{FF597B3E-379E-4F05-8CE0-528E0ED2E3D7}" type="presParOf" srcId="{D42FF9B7-1C1B-46C1-8A93-E905970E069D}" destId="{5EFB8C64-4EAA-458E-B007-6AC39B2E468E}" srcOrd="2" destOrd="0" presId="urn:microsoft.com/office/officeart/2018/2/layout/IconVerticalSolidList"/>
    <dgm:cxn modelId="{C714D192-94B4-49CB-B63A-45E773E32347}" type="presParOf" srcId="{5EFB8C64-4EAA-458E-B007-6AC39B2E468E}" destId="{8BC7CD92-3C91-46A0-A807-7D5BFCB0D2D3}" srcOrd="0" destOrd="0" presId="urn:microsoft.com/office/officeart/2018/2/layout/IconVerticalSolidList"/>
    <dgm:cxn modelId="{BA9A98B4-55FB-4FE3-8D44-D56703CC0C9F}" type="presParOf" srcId="{5EFB8C64-4EAA-458E-B007-6AC39B2E468E}" destId="{0F6ECBF7-A101-49F9-B74A-767046FA9BCF}" srcOrd="1" destOrd="0" presId="urn:microsoft.com/office/officeart/2018/2/layout/IconVerticalSolidList"/>
    <dgm:cxn modelId="{82DF1B65-6C21-4012-A2C1-D52714692C4C}" type="presParOf" srcId="{5EFB8C64-4EAA-458E-B007-6AC39B2E468E}" destId="{D02DD41B-F270-4656-86BD-F3183BC26D5D}" srcOrd="2" destOrd="0" presId="urn:microsoft.com/office/officeart/2018/2/layout/IconVerticalSolidList"/>
    <dgm:cxn modelId="{74B26B78-ED3D-4837-8EF9-5450CF93D254}" type="presParOf" srcId="{5EFB8C64-4EAA-458E-B007-6AC39B2E468E}" destId="{2A014056-1C08-452B-BD0A-4E56461D94FF}" srcOrd="3" destOrd="0" presId="urn:microsoft.com/office/officeart/2018/2/layout/IconVerticalSolidList"/>
    <dgm:cxn modelId="{AD6211DC-4859-4E27-82F6-6CA003457310}" type="presParOf" srcId="{D42FF9B7-1C1B-46C1-8A93-E905970E069D}" destId="{15E0E8AC-0AD8-4419-BF8B-D6701D18FAA1}" srcOrd="3" destOrd="0" presId="urn:microsoft.com/office/officeart/2018/2/layout/IconVerticalSolidList"/>
    <dgm:cxn modelId="{5E846378-0C54-4407-9D11-E572136ACA93}" type="presParOf" srcId="{D42FF9B7-1C1B-46C1-8A93-E905970E069D}" destId="{9F0FFF9C-C33A-4166-9508-AC375F58070D}" srcOrd="4" destOrd="0" presId="urn:microsoft.com/office/officeart/2018/2/layout/IconVerticalSolidList"/>
    <dgm:cxn modelId="{2BB4AE07-1B5B-47FE-940A-D44BFB2B9C0D}" type="presParOf" srcId="{9F0FFF9C-C33A-4166-9508-AC375F58070D}" destId="{2246DA4F-344F-4403-8EBB-FD03B91B352C}" srcOrd="0" destOrd="0" presId="urn:microsoft.com/office/officeart/2018/2/layout/IconVerticalSolidList"/>
    <dgm:cxn modelId="{70320179-41A7-439D-A052-B711B30E0CCB}" type="presParOf" srcId="{9F0FFF9C-C33A-4166-9508-AC375F58070D}" destId="{FCA3D5EC-84ED-498D-B484-7DF20FD0FE76}" srcOrd="1" destOrd="0" presId="urn:microsoft.com/office/officeart/2018/2/layout/IconVerticalSolidList"/>
    <dgm:cxn modelId="{F1B70646-1F0B-40AD-B25D-03CFBB95BA16}" type="presParOf" srcId="{9F0FFF9C-C33A-4166-9508-AC375F58070D}" destId="{240537F4-89C1-44FF-968A-3C6AA4FC7769}" srcOrd="2" destOrd="0" presId="urn:microsoft.com/office/officeart/2018/2/layout/IconVerticalSolidList"/>
    <dgm:cxn modelId="{4CCF38BA-3EC8-4B58-B3B1-3832CC09F7B1}" type="presParOf" srcId="{9F0FFF9C-C33A-4166-9508-AC375F58070D}" destId="{388E252E-47A4-4367-9383-3B115A8ECBA5}" srcOrd="3" destOrd="0" presId="urn:microsoft.com/office/officeart/2018/2/layout/IconVerticalSolidList"/>
    <dgm:cxn modelId="{CC2BE232-49FC-4448-9524-ED277862CC2C}" type="presParOf" srcId="{D42FF9B7-1C1B-46C1-8A93-E905970E069D}" destId="{DDDBB026-2518-46DA-BFB6-5BC64EDC906B}" srcOrd="5" destOrd="0" presId="urn:microsoft.com/office/officeart/2018/2/layout/IconVerticalSolidList"/>
    <dgm:cxn modelId="{B62C26E3-DDDF-4630-B714-FE83000E4890}" type="presParOf" srcId="{D42FF9B7-1C1B-46C1-8A93-E905970E069D}" destId="{5436A055-35E4-49A9-8223-E1BC3B0DF9F5}" srcOrd="6" destOrd="0" presId="urn:microsoft.com/office/officeart/2018/2/layout/IconVerticalSolidList"/>
    <dgm:cxn modelId="{BE6C5790-88C4-4D68-8F65-EA0ADFB1CFA1}" type="presParOf" srcId="{5436A055-35E4-49A9-8223-E1BC3B0DF9F5}" destId="{CF49B5C8-B9F0-4A8B-9F29-D9603E54794A}" srcOrd="0" destOrd="0" presId="urn:microsoft.com/office/officeart/2018/2/layout/IconVerticalSolidList"/>
    <dgm:cxn modelId="{B75098F6-4828-49B3-A608-0101A07B90FE}" type="presParOf" srcId="{5436A055-35E4-49A9-8223-E1BC3B0DF9F5}" destId="{E7882BE7-5D00-439C-95CC-CBDC7C1129D2}" srcOrd="1" destOrd="0" presId="urn:microsoft.com/office/officeart/2018/2/layout/IconVerticalSolidList"/>
    <dgm:cxn modelId="{145CE62F-5CCE-4E3A-A141-799EADA246A1}" type="presParOf" srcId="{5436A055-35E4-49A9-8223-E1BC3B0DF9F5}" destId="{4037C128-98B8-4E20-A7D1-D210F7D1A750}" srcOrd="2" destOrd="0" presId="urn:microsoft.com/office/officeart/2018/2/layout/IconVerticalSolidList"/>
    <dgm:cxn modelId="{BA200EF2-333C-44C0-8C8B-E749E408575D}" type="presParOf" srcId="{5436A055-35E4-49A9-8223-E1BC3B0DF9F5}" destId="{610F1357-D1B2-4A19-BA5D-0FA2585D49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D0BFD-6732-4F5A-9BD6-AC56AC658D02}">
      <dsp:nvSpPr>
        <dsp:cNvPr id="0" name=""/>
        <dsp:cNvSpPr/>
      </dsp:nvSpPr>
      <dsp:spPr>
        <a:xfrm>
          <a:off x="0" y="615985"/>
          <a:ext cx="4231481" cy="870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Analyze e-commerce order data to reveal business insights</a:t>
          </a:r>
        </a:p>
      </dsp:txBody>
      <dsp:txXfrm>
        <a:off x="42493" y="658478"/>
        <a:ext cx="4146495" cy="785494"/>
      </dsp:txXfrm>
    </dsp:sp>
    <dsp:sp modelId="{8A66661F-0AFD-436D-993E-1C79768AA6F7}">
      <dsp:nvSpPr>
        <dsp:cNvPr id="0" name=""/>
        <dsp:cNvSpPr/>
      </dsp:nvSpPr>
      <dsp:spPr>
        <a:xfrm>
          <a:off x="0" y="1555585"/>
          <a:ext cx="4231481" cy="870480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Understand sales performance across categories and regions</a:t>
          </a:r>
        </a:p>
      </dsp:txBody>
      <dsp:txXfrm>
        <a:off x="42493" y="1598078"/>
        <a:ext cx="4146495" cy="785494"/>
      </dsp:txXfrm>
    </dsp:sp>
    <dsp:sp modelId="{3042ADD3-EB20-45C5-821B-4B181E0CDFDB}">
      <dsp:nvSpPr>
        <dsp:cNvPr id="0" name=""/>
        <dsp:cNvSpPr/>
      </dsp:nvSpPr>
      <dsp:spPr>
        <a:xfrm>
          <a:off x="0" y="2495185"/>
          <a:ext cx="4231481" cy="870480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Evaluate customer behavior and spending patterns</a:t>
          </a:r>
        </a:p>
      </dsp:txBody>
      <dsp:txXfrm>
        <a:off x="42493" y="2537678"/>
        <a:ext cx="4146495" cy="785494"/>
      </dsp:txXfrm>
    </dsp:sp>
    <dsp:sp modelId="{CAC26F9A-00A0-4B20-A6A6-A1B91B644667}">
      <dsp:nvSpPr>
        <dsp:cNvPr id="0" name=""/>
        <dsp:cNvSpPr/>
      </dsp:nvSpPr>
      <dsp:spPr>
        <a:xfrm>
          <a:off x="0" y="3434785"/>
          <a:ext cx="4231481" cy="87048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Identify abandoned orders and potential funnel issues</a:t>
          </a:r>
        </a:p>
      </dsp:txBody>
      <dsp:txXfrm>
        <a:off x="42493" y="3477278"/>
        <a:ext cx="4146495" cy="785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31A779-C81D-44D4-9480-097AF6B7591C}">
      <dsp:nvSpPr>
        <dsp:cNvPr id="0" name=""/>
        <dsp:cNvSpPr/>
      </dsp:nvSpPr>
      <dsp:spPr>
        <a:xfrm>
          <a:off x="0" y="0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1000 synthetic e-commerce orders</a:t>
          </a:r>
        </a:p>
      </dsp:txBody>
      <dsp:txXfrm>
        <a:off x="31710" y="31710"/>
        <a:ext cx="2125408" cy="1019255"/>
      </dsp:txXfrm>
    </dsp:sp>
    <dsp:sp modelId="{E5396C9C-BE47-4AD7-966D-5C8CBAF18D77}">
      <dsp:nvSpPr>
        <dsp:cNvPr id="0" name=""/>
        <dsp:cNvSpPr/>
      </dsp:nvSpPr>
      <dsp:spPr>
        <a:xfrm>
          <a:off x="283509" y="1279525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Fields include customer, order date, region, category, price, quantity</a:t>
          </a:r>
        </a:p>
      </dsp:txBody>
      <dsp:txXfrm>
        <a:off x="315219" y="1311235"/>
        <a:ext cx="2334516" cy="1019255"/>
      </dsp:txXfrm>
    </dsp:sp>
    <dsp:sp modelId="{8F7F0417-4F82-4782-81AB-530EEDC0C22B}">
      <dsp:nvSpPr>
        <dsp:cNvPr id="0" name=""/>
        <dsp:cNvSpPr/>
      </dsp:nvSpPr>
      <dsp:spPr>
        <a:xfrm>
          <a:off x="562786" y="2559050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Calculated metric: revenue = price × quantity</a:t>
          </a:r>
        </a:p>
      </dsp:txBody>
      <dsp:txXfrm>
        <a:off x="594496" y="2590760"/>
        <a:ext cx="2338748" cy="1019255"/>
      </dsp:txXfrm>
    </dsp:sp>
    <dsp:sp modelId="{19F500DF-1B1F-47A5-A416-739A811BCD16}">
      <dsp:nvSpPr>
        <dsp:cNvPr id="0" name=""/>
        <dsp:cNvSpPr/>
      </dsp:nvSpPr>
      <dsp:spPr>
        <a:xfrm>
          <a:off x="846296" y="3838575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Additional computed fields: month, paid status</a:t>
          </a:r>
        </a:p>
      </dsp:txBody>
      <dsp:txXfrm>
        <a:off x="878006" y="3870285"/>
        <a:ext cx="2334516" cy="1019255"/>
      </dsp:txXfrm>
    </dsp:sp>
    <dsp:sp modelId="{8B2F5C82-3FB3-42F2-A19F-EDBD6AD211EE}">
      <dsp:nvSpPr>
        <dsp:cNvPr id="0" name=""/>
        <dsp:cNvSpPr/>
      </dsp:nvSpPr>
      <dsp:spPr>
        <a:xfrm>
          <a:off x="2681446" y="829230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2839787" y="829230"/>
        <a:ext cx="387056" cy="529563"/>
      </dsp:txXfrm>
    </dsp:sp>
    <dsp:sp modelId="{19F4220E-C2A5-4B81-9FBB-5700F42CD07C}">
      <dsp:nvSpPr>
        <dsp:cNvPr id="0" name=""/>
        <dsp:cNvSpPr/>
      </dsp:nvSpPr>
      <dsp:spPr>
        <a:xfrm>
          <a:off x="2964955" y="2108755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123296" y="2108755"/>
        <a:ext cx="387056" cy="529563"/>
      </dsp:txXfrm>
    </dsp:sp>
    <dsp:sp modelId="{8F998E49-3676-4347-A938-04ADF77A9ED8}">
      <dsp:nvSpPr>
        <dsp:cNvPr id="0" name=""/>
        <dsp:cNvSpPr/>
      </dsp:nvSpPr>
      <dsp:spPr>
        <a:xfrm>
          <a:off x="3244233" y="3388280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402574" y="3388280"/>
        <a:ext cx="387056" cy="529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1CFBC-E2B3-4C4A-8FA3-5D316719F8F1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D4C68-7E2E-414F-935A-B4C7C02CCA58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D3E61-905F-47AC-AF82-79F6BDF6748B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Total revenue by product category</a:t>
          </a:r>
        </a:p>
      </dsp:txBody>
      <dsp:txXfrm>
        <a:off x="1623616" y="600"/>
        <a:ext cx="2607864" cy="1405728"/>
      </dsp:txXfrm>
    </dsp:sp>
    <dsp:sp modelId="{D07C0642-3054-47D3-84CB-7AAE4DD14D77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C930A-23F7-4A3B-8312-70382B2B0EDC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4B0572-1F79-4099-B4CE-3451D1881334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Total number of orders per category</a:t>
          </a:r>
        </a:p>
      </dsp:txBody>
      <dsp:txXfrm>
        <a:off x="1623616" y="1757760"/>
        <a:ext cx="2607864" cy="1405728"/>
      </dsp:txXfrm>
    </dsp:sp>
    <dsp:sp modelId="{AC6655B3-74BE-4286-BAAC-1EB2D567F099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1A8A7-1712-44CB-9873-93F6B9AD88A6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6FCCA-5543-49F7-B09E-AE2B778D8AC7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Average order value to compare category efficiency</a:t>
          </a:r>
        </a:p>
      </dsp:txBody>
      <dsp:txXfrm>
        <a:off x="1623616" y="3514921"/>
        <a:ext cx="2607864" cy="14057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7A9A9-BA9E-49AE-80ED-19965B592C65}">
      <dsp:nvSpPr>
        <dsp:cNvPr id="0" name=""/>
        <dsp:cNvSpPr/>
      </dsp:nvSpPr>
      <dsp:spPr>
        <a:xfrm>
          <a:off x="0" y="570219"/>
          <a:ext cx="4231481" cy="11969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Revenue aggregated by month</a:t>
          </a:r>
        </a:p>
      </dsp:txBody>
      <dsp:txXfrm>
        <a:off x="58428" y="628647"/>
        <a:ext cx="4114625" cy="1080054"/>
      </dsp:txXfrm>
    </dsp:sp>
    <dsp:sp modelId="{46A856E6-5FEB-4077-9D44-F9D90F012996}">
      <dsp:nvSpPr>
        <dsp:cNvPr id="0" name=""/>
        <dsp:cNvSpPr/>
      </dsp:nvSpPr>
      <dsp:spPr>
        <a:xfrm>
          <a:off x="0" y="1862170"/>
          <a:ext cx="4231481" cy="119691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Pivoted by region to compare performance</a:t>
          </a:r>
        </a:p>
      </dsp:txBody>
      <dsp:txXfrm>
        <a:off x="58428" y="1920598"/>
        <a:ext cx="4114625" cy="1080054"/>
      </dsp:txXfrm>
    </dsp:sp>
    <dsp:sp modelId="{5A92912A-67E8-4473-9EC7-1DFE9F930BC2}">
      <dsp:nvSpPr>
        <dsp:cNvPr id="0" name=""/>
        <dsp:cNvSpPr/>
      </dsp:nvSpPr>
      <dsp:spPr>
        <a:xfrm>
          <a:off x="0" y="3154120"/>
          <a:ext cx="4231481" cy="119691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Identifies seasonal or regional fluctuations</a:t>
          </a:r>
        </a:p>
      </dsp:txBody>
      <dsp:txXfrm>
        <a:off x="58428" y="3212548"/>
        <a:ext cx="4114625" cy="10800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6235D-52F5-4BBC-8A33-846269E3A78E}">
      <dsp:nvSpPr>
        <dsp:cNvPr id="0" name=""/>
        <dsp:cNvSpPr/>
      </dsp:nvSpPr>
      <dsp:spPr>
        <a:xfrm>
          <a:off x="1376171" y="2451"/>
          <a:ext cx="1548193" cy="11789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Computation of first and last order dates</a:t>
          </a:r>
        </a:p>
      </dsp:txBody>
      <dsp:txXfrm>
        <a:off x="1433721" y="60001"/>
        <a:ext cx="1433093" cy="1063824"/>
      </dsp:txXfrm>
    </dsp:sp>
    <dsp:sp modelId="{F79D5B5B-1F36-493C-9DFA-A2966B3DB706}">
      <dsp:nvSpPr>
        <dsp:cNvPr id="0" name=""/>
        <dsp:cNvSpPr/>
      </dsp:nvSpPr>
      <dsp:spPr>
        <a:xfrm>
          <a:off x="1376171" y="1240321"/>
          <a:ext cx="1548193" cy="11789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Customer lifetime spend values</a:t>
          </a:r>
        </a:p>
      </dsp:txBody>
      <dsp:txXfrm>
        <a:off x="1433721" y="1297871"/>
        <a:ext cx="1433093" cy="1063824"/>
      </dsp:txXfrm>
    </dsp:sp>
    <dsp:sp modelId="{43607933-6E7A-4FB6-9C8A-95FBA014D4B1}">
      <dsp:nvSpPr>
        <dsp:cNvPr id="0" name=""/>
        <dsp:cNvSpPr/>
      </dsp:nvSpPr>
      <dsp:spPr>
        <a:xfrm>
          <a:off x="1376171" y="2478191"/>
          <a:ext cx="1548193" cy="11789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Days between first and last order</a:t>
          </a:r>
        </a:p>
      </dsp:txBody>
      <dsp:txXfrm>
        <a:off x="1433721" y="2535741"/>
        <a:ext cx="1433093" cy="1063824"/>
      </dsp:txXfrm>
    </dsp:sp>
    <dsp:sp modelId="{4A5B6DE2-84FD-40FE-8021-D50C8C421156}">
      <dsp:nvSpPr>
        <dsp:cNvPr id="0" name=""/>
        <dsp:cNvSpPr/>
      </dsp:nvSpPr>
      <dsp:spPr>
        <a:xfrm>
          <a:off x="1376171" y="3716061"/>
          <a:ext cx="1548193" cy="11789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Identify top customers contributing to revenue</a:t>
          </a:r>
        </a:p>
      </dsp:txBody>
      <dsp:txXfrm>
        <a:off x="1433721" y="3773611"/>
        <a:ext cx="1433093" cy="10638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FAE6C-7E08-4801-BEE1-676634780CC0}">
      <dsp:nvSpPr>
        <dsp:cNvPr id="0" name=""/>
        <dsp:cNvSpPr/>
      </dsp:nvSpPr>
      <dsp:spPr>
        <a:xfrm>
          <a:off x="0" y="2042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7FA0F-07C6-4067-94E6-9CD999D7A9F2}">
      <dsp:nvSpPr>
        <dsp:cNvPr id="0" name=""/>
        <dsp:cNvSpPr/>
      </dsp:nvSpPr>
      <dsp:spPr>
        <a:xfrm>
          <a:off x="313145" y="234960"/>
          <a:ext cx="569355" cy="569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DAEB2-065B-4088-9BE7-2D3AB82CEEB6}">
      <dsp:nvSpPr>
        <dsp:cNvPr id="0" name=""/>
        <dsp:cNvSpPr/>
      </dsp:nvSpPr>
      <dsp:spPr>
        <a:xfrm>
          <a:off x="1195647" y="2042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Category and region trends guide inventory and marketing</a:t>
          </a:r>
        </a:p>
      </dsp:txBody>
      <dsp:txXfrm>
        <a:off x="1195647" y="2042"/>
        <a:ext cx="3035833" cy="1035192"/>
      </dsp:txXfrm>
    </dsp:sp>
    <dsp:sp modelId="{8BC7CD92-3C91-46A0-A807-7D5BFCB0D2D3}">
      <dsp:nvSpPr>
        <dsp:cNvPr id="0" name=""/>
        <dsp:cNvSpPr/>
      </dsp:nvSpPr>
      <dsp:spPr>
        <a:xfrm>
          <a:off x="0" y="1296033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ECBF7-A101-49F9-B74A-767046FA9BCF}">
      <dsp:nvSpPr>
        <dsp:cNvPr id="0" name=""/>
        <dsp:cNvSpPr/>
      </dsp:nvSpPr>
      <dsp:spPr>
        <a:xfrm>
          <a:off x="313145" y="1528951"/>
          <a:ext cx="569355" cy="569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14056-1C08-452B-BD0A-4E56461D94FF}">
      <dsp:nvSpPr>
        <dsp:cNvPr id="0" name=""/>
        <dsp:cNvSpPr/>
      </dsp:nvSpPr>
      <dsp:spPr>
        <a:xfrm>
          <a:off x="1195647" y="1296033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Customer analytics support retention and loyalty initiatives</a:t>
          </a:r>
        </a:p>
      </dsp:txBody>
      <dsp:txXfrm>
        <a:off x="1195647" y="1296033"/>
        <a:ext cx="3035833" cy="1035192"/>
      </dsp:txXfrm>
    </dsp:sp>
    <dsp:sp modelId="{2246DA4F-344F-4403-8EBB-FD03B91B352C}">
      <dsp:nvSpPr>
        <dsp:cNvPr id="0" name=""/>
        <dsp:cNvSpPr/>
      </dsp:nvSpPr>
      <dsp:spPr>
        <a:xfrm>
          <a:off x="0" y="259002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3D5EC-84ED-498D-B484-7DF20FD0FE76}">
      <dsp:nvSpPr>
        <dsp:cNvPr id="0" name=""/>
        <dsp:cNvSpPr/>
      </dsp:nvSpPr>
      <dsp:spPr>
        <a:xfrm>
          <a:off x="313145" y="2822942"/>
          <a:ext cx="569355" cy="569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E252E-47A4-4367-9383-3B115A8ECBA5}">
      <dsp:nvSpPr>
        <dsp:cNvPr id="0" name=""/>
        <dsp:cNvSpPr/>
      </dsp:nvSpPr>
      <dsp:spPr>
        <a:xfrm>
          <a:off x="1195647" y="259002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Abandonment analysis highlights areas for UX improvement</a:t>
          </a:r>
        </a:p>
      </dsp:txBody>
      <dsp:txXfrm>
        <a:off x="1195647" y="2590024"/>
        <a:ext cx="3035833" cy="1035192"/>
      </dsp:txXfrm>
    </dsp:sp>
    <dsp:sp modelId="{CF49B5C8-B9F0-4A8B-9F29-D9603E54794A}">
      <dsp:nvSpPr>
        <dsp:cNvPr id="0" name=""/>
        <dsp:cNvSpPr/>
      </dsp:nvSpPr>
      <dsp:spPr>
        <a:xfrm>
          <a:off x="0" y="388401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82BE7-5D00-439C-95CC-CBDC7C1129D2}">
      <dsp:nvSpPr>
        <dsp:cNvPr id="0" name=""/>
        <dsp:cNvSpPr/>
      </dsp:nvSpPr>
      <dsp:spPr>
        <a:xfrm>
          <a:off x="313145" y="4116933"/>
          <a:ext cx="569355" cy="569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F1357-D1B2-4A19-BA5D-0FA2585D49E1}">
      <dsp:nvSpPr>
        <dsp:cNvPr id="0" name=""/>
        <dsp:cNvSpPr/>
      </dsp:nvSpPr>
      <dsp:spPr>
        <a:xfrm>
          <a:off x="1195647" y="388401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Provides a data-driven foundation for decision-making</a:t>
          </a:r>
        </a:p>
      </dsp:txBody>
      <dsp:txXfrm>
        <a:off x="1195647" y="3884014"/>
        <a:ext cx="3035833" cy="10351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03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44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23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7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2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1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79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83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4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40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65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4918" y="1105351"/>
            <a:ext cx="4765475" cy="3023981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E‑Commerce Sales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4918" y="4297556"/>
            <a:ext cx="4765476" cy="1433391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Full Project Report</a:t>
            </a:r>
          </a:p>
          <a:p>
            <a:r>
              <a:rPr lang="en-GB">
                <a:solidFill>
                  <a:srgbClr val="FFFFFF"/>
                </a:solidFill>
              </a:rPr>
              <a:t>Generated by ChatGPT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32199" y="4214336"/>
            <a:ext cx="38404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92BCF1-B5B0-C1F2-524D-E3DCC6637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02481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Dataset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364AD3-B2B8-3ABD-FACD-E2B9CA5FC8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3824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Category Sales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895E02-C690-B60B-4593-BDF0CE8F19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239846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Monthly Revenue Trends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769D096-7B66-5FF3-6411-C8114FC77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8067487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BE753E-4156-4486-B269-C34C2220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9BFE9F-67FE-4BBC-BFED-6AA4C51D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7850" y="0"/>
            <a:ext cx="3486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45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Customer Behavior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87B6E5-CD37-2F36-0E3B-52DC30786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107282"/>
              </p:ext>
            </p:extLst>
          </p:nvPr>
        </p:nvGraphicFramePr>
        <p:xfrm>
          <a:off x="678656" y="976313"/>
          <a:ext cx="4300537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5068B1C-1A28-475A-A0E0-4C23200D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04333"/>
            <a:ext cx="3718717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Abandoned Orders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4933950" y="804333"/>
            <a:ext cx="3848100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• A small percentage of orders marked unpaid</a:t>
            </a: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• These represent potential revenue losses</a:t>
            </a: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• Insight helps assess checkout process and customer experience issues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 &amp; Business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E776CD-A9CE-C279-723A-74BC33BC11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66519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223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E‑Commerce Sales Analysis Report</vt:lpstr>
      <vt:lpstr>Project Overview</vt:lpstr>
      <vt:lpstr>Dataset Description</vt:lpstr>
      <vt:lpstr>Category Sales Analysis</vt:lpstr>
      <vt:lpstr>Monthly Revenue Trends</vt:lpstr>
      <vt:lpstr>Customer Behavior Insights</vt:lpstr>
      <vt:lpstr>Abandoned Orders</vt:lpstr>
      <vt:lpstr>Conclusion &amp; 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Afronika Global</cp:lastModifiedBy>
  <cp:revision>2</cp:revision>
  <dcterms:created xsi:type="dcterms:W3CDTF">2013-01-27T09:14:16Z</dcterms:created>
  <dcterms:modified xsi:type="dcterms:W3CDTF">2025-12-03T12:07:48Z</dcterms:modified>
  <cp:category/>
</cp:coreProperties>
</file>