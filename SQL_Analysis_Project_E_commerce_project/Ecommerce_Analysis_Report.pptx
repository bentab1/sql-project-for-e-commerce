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72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2" Type="http://schemas.openxmlformats.org/officeDocument/2006/relationships/image" Target="../media/image3.svg"/><Relationship Id="rId16" Type="http://schemas.openxmlformats.org/officeDocument/2006/relationships/image" Target="../media/image17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Relationship Id="rId14" Type="http://schemas.openxmlformats.org/officeDocument/2006/relationships/image" Target="../media/image15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20.png"/><Relationship Id="rId7" Type="http://schemas.openxmlformats.org/officeDocument/2006/relationships/image" Target="../media/image22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25.svg"/><Relationship Id="rId4" Type="http://schemas.openxmlformats.org/officeDocument/2006/relationships/image" Target="../media/image21.svg"/><Relationship Id="rId9" Type="http://schemas.openxmlformats.org/officeDocument/2006/relationships/image" Target="../media/image24.pn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image" Target="../media/image14.png"/><Relationship Id="rId7" Type="http://schemas.openxmlformats.org/officeDocument/2006/relationships/image" Target="../media/image28.png"/><Relationship Id="rId2" Type="http://schemas.openxmlformats.org/officeDocument/2006/relationships/image" Target="../media/image27.svg"/><Relationship Id="rId1" Type="http://schemas.openxmlformats.org/officeDocument/2006/relationships/image" Target="../media/image26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2" Type="http://schemas.openxmlformats.org/officeDocument/2006/relationships/image" Target="../media/image3.svg"/><Relationship Id="rId16" Type="http://schemas.openxmlformats.org/officeDocument/2006/relationships/image" Target="../media/image17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Relationship Id="rId14" Type="http://schemas.openxmlformats.org/officeDocument/2006/relationships/image" Target="../media/image15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20.png"/><Relationship Id="rId7" Type="http://schemas.openxmlformats.org/officeDocument/2006/relationships/image" Target="../media/image22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25.svg"/><Relationship Id="rId4" Type="http://schemas.openxmlformats.org/officeDocument/2006/relationships/image" Target="../media/image21.svg"/><Relationship Id="rId9" Type="http://schemas.openxmlformats.org/officeDocument/2006/relationships/image" Target="../media/image24.pn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image" Target="../media/image14.png"/><Relationship Id="rId7" Type="http://schemas.openxmlformats.org/officeDocument/2006/relationships/image" Target="../media/image28.png"/><Relationship Id="rId2" Type="http://schemas.openxmlformats.org/officeDocument/2006/relationships/image" Target="../media/image27.svg"/><Relationship Id="rId1" Type="http://schemas.openxmlformats.org/officeDocument/2006/relationships/image" Target="../media/image26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93EAFBC-457B-4758-931C-138C88D65A0C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75752634-B959-4C51-92F2-69DD171B794C}">
      <dgm:prSet/>
      <dgm:spPr/>
      <dgm:t>
        <a:bodyPr/>
        <a:lstStyle/>
        <a:p>
          <a:r>
            <a:rPr lang="en-US"/>
            <a:t>January 2025 Revenue: $12,630</a:t>
          </a:r>
        </a:p>
      </dgm:t>
    </dgm:pt>
    <dgm:pt modelId="{6C756E84-0BD0-4365-BA33-E7DD38DFE7C1}" type="parTrans" cxnId="{D3427044-C650-4F8D-90AC-EFE173E0DE00}">
      <dgm:prSet/>
      <dgm:spPr/>
      <dgm:t>
        <a:bodyPr/>
        <a:lstStyle/>
        <a:p>
          <a:endParaRPr lang="en-US"/>
        </a:p>
      </dgm:t>
    </dgm:pt>
    <dgm:pt modelId="{1ED64A26-F22F-43C5-9087-D9661009BFEF}" type="sibTrans" cxnId="{D3427044-C650-4F8D-90AC-EFE173E0DE00}">
      <dgm:prSet/>
      <dgm:spPr/>
      <dgm:t>
        <a:bodyPr/>
        <a:lstStyle/>
        <a:p>
          <a:endParaRPr lang="en-US"/>
        </a:p>
      </dgm:t>
    </dgm:pt>
    <dgm:pt modelId="{30B24D03-5333-4E9F-AF7E-1EC7C9B84AF2}">
      <dgm:prSet/>
      <dgm:spPr/>
      <dgm:t>
        <a:bodyPr/>
        <a:lstStyle/>
        <a:p>
          <a:r>
            <a:rPr lang="en-US"/>
            <a:t>All revenue is concentrated in a single month.</a:t>
          </a:r>
        </a:p>
      </dgm:t>
    </dgm:pt>
    <dgm:pt modelId="{4BE67258-A05F-48B9-9BCC-91BDD3B9A2A1}" type="parTrans" cxnId="{2C6429F7-CDAE-476C-9F3B-22F4A49B8B0C}">
      <dgm:prSet/>
      <dgm:spPr/>
      <dgm:t>
        <a:bodyPr/>
        <a:lstStyle/>
        <a:p>
          <a:endParaRPr lang="en-US"/>
        </a:p>
      </dgm:t>
    </dgm:pt>
    <dgm:pt modelId="{A6B82A5C-D3E8-4165-8267-BA0D2A7DEF27}" type="sibTrans" cxnId="{2C6429F7-CDAE-476C-9F3B-22F4A49B8B0C}">
      <dgm:prSet/>
      <dgm:spPr/>
      <dgm:t>
        <a:bodyPr/>
        <a:lstStyle/>
        <a:p>
          <a:endParaRPr lang="en-US"/>
        </a:p>
      </dgm:t>
    </dgm:pt>
    <dgm:pt modelId="{C791C519-7523-40ED-AC06-11D65D8C51BE}">
      <dgm:prSet/>
      <dgm:spPr/>
      <dgm:t>
        <a:bodyPr/>
        <a:lstStyle/>
        <a:p>
          <a:r>
            <a:rPr lang="en-US"/>
            <a:t>Insights:</a:t>
          </a:r>
        </a:p>
      </dgm:t>
    </dgm:pt>
    <dgm:pt modelId="{D16FCBCF-0CC2-43B3-8B27-C149CEA99D62}" type="parTrans" cxnId="{8D492DC5-DF76-409D-B5D9-84C692658091}">
      <dgm:prSet/>
      <dgm:spPr/>
      <dgm:t>
        <a:bodyPr/>
        <a:lstStyle/>
        <a:p>
          <a:endParaRPr lang="en-US"/>
        </a:p>
      </dgm:t>
    </dgm:pt>
    <dgm:pt modelId="{5810836A-FF33-468A-BEAF-D182AC36F544}" type="sibTrans" cxnId="{8D492DC5-DF76-409D-B5D9-84C692658091}">
      <dgm:prSet/>
      <dgm:spPr/>
      <dgm:t>
        <a:bodyPr/>
        <a:lstStyle/>
        <a:p>
          <a:endParaRPr lang="en-US"/>
        </a:p>
      </dgm:t>
    </dgm:pt>
    <dgm:pt modelId="{FC7992F8-A4D9-4970-ADBC-1DD66F4C40BA}">
      <dgm:prSet/>
      <dgm:spPr/>
      <dgm:t>
        <a:bodyPr/>
        <a:lstStyle/>
        <a:p>
          <a:r>
            <a:rPr lang="en-US"/>
            <a:t>Dataset may be incomplete or sales recently started.</a:t>
          </a:r>
        </a:p>
      </dgm:t>
    </dgm:pt>
    <dgm:pt modelId="{C402F017-A936-4862-9389-D725B55A2024}" type="parTrans" cxnId="{331DB3B6-5A3D-4843-98E5-03181B5516B4}">
      <dgm:prSet/>
      <dgm:spPr/>
      <dgm:t>
        <a:bodyPr/>
        <a:lstStyle/>
        <a:p>
          <a:endParaRPr lang="en-US"/>
        </a:p>
      </dgm:t>
    </dgm:pt>
    <dgm:pt modelId="{7EBC68B1-04A2-4CB0-A2A8-2CB035DF4F25}" type="sibTrans" cxnId="{331DB3B6-5A3D-4843-98E5-03181B5516B4}">
      <dgm:prSet/>
      <dgm:spPr/>
      <dgm:t>
        <a:bodyPr/>
        <a:lstStyle/>
        <a:p>
          <a:endParaRPr lang="en-US"/>
        </a:p>
      </dgm:t>
    </dgm:pt>
    <dgm:pt modelId="{86698670-3760-40FB-8925-813B5C5E5FD2}">
      <dgm:prSet/>
      <dgm:spPr/>
      <dgm:t>
        <a:bodyPr/>
        <a:lstStyle/>
        <a:p>
          <a:r>
            <a:rPr lang="en-US"/>
            <a:t>Recommendations:</a:t>
          </a:r>
        </a:p>
      </dgm:t>
    </dgm:pt>
    <dgm:pt modelId="{AC13B935-C9FB-4790-9F3D-5AD704D444F3}" type="parTrans" cxnId="{059DF098-2373-4A73-A65D-67603473AB7B}">
      <dgm:prSet/>
      <dgm:spPr/>
      <dgm:t>
        <a:bodyPr/>
        <a:lstStyle/>
        <a:p>
          <a:endParaRPr lang="en-US"/>
        </a:p>
      </dgm:t>
    </dgm:pt>
    <dgm:pt modelId="{DF931BA0-DE29-4EC7-B3C4-F7EDF4C999A0}" type="sibTrans" cxnId="{059DF098-2373-4A73-A65D-67603473AB7B}">
      <dgm:prSet/>
      <dgm:spPr/>
      <dgm:t>
        <a:bodyPr/>
        <a:lstStyle/>
        <a:p>
          <a:endParaRPr lang="en-US"/>
        </a:p>
      </dgm:t>
    </dgm:pt>
    <dgm:pt modelId="{A0F7C113-0604-4F8A-9CEC-445939697266}">
      <dgm:prSet/>
      <dgm:spPr/>
      <dgm:t>
        <a:bodyPr/>
        <a:lstStyle/>
        <a:p>
          <a:r>
            <a:rPr lang="en-US"/>
            <a:t>Monitor monthly revenue trends.</a:t>
          </a:r>
        </a:p>
      </dgm:t>
    </dgm:pt>
    <dgm:pt modelId="{C6B500C0-E69B-4FD6-97FA-E5C71A142F98}" type="parTrans" cxnId="{BD03E541-5A48-44C4-857F-1C219D201B35}">
      <dgm:prSet/>
      <dgm:spPr/>
      <dgm:t>
        <a:bodyPr/>
        <a:lstStyle/>
        <a:p>
          <a:endParaRPr lang="en-US"/>
        </a:p>
      </dgm:t>
    </dgm:pt>
    <dgm:pt modelId="{72B2F7B8-42DD-4836-86FA-64BA03F16706}" type="sibTrans" cxnId="{BD03E541-5A48-44C4-857F-1C219D201B35}">
      <dgm:prSet/>
      <dgm:spPr/>
      <dgm:t>
        <a:bodyPr/>
        <a:lstStyle/>
        <a:p>
          <a:endParaRPr lang="en-US"/>
        </a:p>
      </dgm:t>
    </dgm:pt>
    <dgm:pt modelId="{8AA0E888-4EAC-4DEC-B46B-619068905A46}">
      <dgm:prSet/>
      <dgm:spPr/>
      <dgm:t>
        <a:bodyPr/>
        <a:lstStyle/>
        <a:p>
          <a:r>
            <a:rPr lang="en-US"/>
            <a:t>Invest in marketing.</a:t>
          </a:r>
        </a:p>
      </dgm:t>
    </dgm:pt>
    <dgm:pt modelId="{DE6349DA-D997-4A38-8194-4ECA37355B43}" type="parTrans" cxnId="{98592036-DA05-45B2-842B-B76A8FA5CC2D}">
      <dgm:prSet/>
      <dgm:spPr/>
      <dgm:t>
        <a:bodyPr/>
        <a:lstStyle/>
        <a:p>
          <a:endParaRPr lang="en-US"/>
        </a:p>
      </dgm:t>
    </dgm:pt>
    <dgm:pt modelId="{9765E244-C4DB-4887-BC7B-E719060A18F5}" type="sibTrans" cxnId="{98592036-DA05-45B2-842B-B76A8FA5CC2D}">
      <dgm:prSet/>
      <dgm:spPr/>
      <dgm:t>
        <a:bodyPr/>
        <a:lstStyle/>
        <a:p>
          <a:endParaRPr lang="en-US"/>
        </a:p>
      </dgm:t>
    </dgm:pt>
    <dgm:pt modelId="{53D897BA-B99E-41FC-83B2-2B2F4A834BF5}">
      <dgm:prSet/>
      <dgm:spPr/>
      <dgm:t>
        <a:bodyPr/>
        <a:lstStyle/>
        <a:p>
          <a:r>
            <a:rPr lang="en-US"/>
            <a:t>Implement dashboards.</a:t>
          </a:r>
        </a:p>
      </dgm:t>
    </dgm:pt>
    <dgm:pt modelId="{1CE400A2-E915-4551-9CFC-1C584086D1F2}" type="parTrans" cxnId="{500A0778-82CA-4AB6-9F8B-84BDC66A386A}">
      <dgm:prSet/>
      <dgm:spPr/>
      <dgm:t>
        <a:bodyPr/>
        <a:lstStyle/>
        <a:p>
          <a:endParaRPr lang="en-US"/>
        </a:p>
      </dgm:t>
    </dgm:pt>
    <dgm:pt modelId="{AFD04DE0-EEF7-4D1B-A8D1-052AA58E62AD}" type="sibTrans" cxnId="{500A0778-82CA-4AB6-9F8B-84BDC66A386A}">
      <dgm:prSet/>
      <dgm:spPr/>
      <dgm:t>
        <a:bodyPr/>
        <a:lstStyle/>
        <a:p>
          <a:endParaRPr lang="en-US"/>
        </a:p>
      </dgm:t>
    </dgm:pt>
    <dgm:pt modelId="{EB53C73F-A2B4-4123-9A85-949503CB89B2}" type="pres">
      <dgm:prSet presAssocID="{493EAFBC-457B-4758-931C-138C88D65A0C}" presName="root" presStyleCnt="0">
        <dgm:presLayoutVars>
          <dgm:dir/>
          <dgm:resizeHandles val="exact"/>
        </dgm:presLayoutVars>
      </dgm:prSet>
      <dgm:spPr/>
    </dgm:pt>
    <dgm:pt modelId="{64822667-B59F-49E1-B2B0-FEDF0F8CB6F3}" type="pres">
      <dgm:prSet presAssocID="{75752634-B959-4C51-92F2-69DD171B794C}" presName="compNode" presStyleCnt="0"/>
      <dgm:spPr/>
    </dgm:pt>
    <dgm:pt modelId="{E03ED112-E840-4A07-84AE-B8F7125EB827}" type="pres">
      <dgm:prSet presAssocID="{75752634-B959-4C51-92F2-69DD171B794C}" presName="bgRect" presStyleLbl="bgShp" presStyleIdx="0" presStyleCnt="8"/>
      <dgm:spPr/>
    </dgm:pt>
    <dgm:pt modelId="{95F15484-5B30-4A7F-9FE9-70D17D719797}" type="pres">
      <dgm:prSet presAssocID="{75752634-B959-4C51-92F2-69DD171B794C}" presName="iconRect" presStyleLbl="node1" presStyleIdx="0" presStyleCnt="8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54CA600F-B276-4297-A380-A48861DBEBDB}" type="pres">
      <dgm:prSet presAssocID="{75752634-B959-4C51-92F2-69DD171B794C}" presName="spaceRect" presStyleCnt="0"/>
      <dgm:spPr/>
    </dgm:pt>
    <dgm:pt modelId="{F6F06FCC-7A3C-4F13-AAA0-482CDD75B660}" type="pres">
      <dgm:prSet presAssocID="{75752634-B959-4C51-92F2-69DD171B794C}" presName="parTx" presStyleLbl="revTx" presStyleIdx="0" presStyleCnt="8">
        <dgm:presLayoutVars>
          <dgm:chMax val="0"/>
          <dgm:chPref val="0"/>
        </dgm:presLayoutVars>
      </dgm:prSet>
      <dgm:spPr/>
    </dgm:pt>
    <dgm:pt modelId="{9D7283BF-C15B-44AC-9A79-9E8481B22366}" type="pres">
      <dgm:prSet presAssocID="{1ED64A26-F22F-43C5-9087-D9661009BFEF}" presName="sibTrans" presStyleCnt="0"/>
      <dgm:spPr/>
    </dgm:pt>
    <dgm:pt modelId="{183E7AB9-5BEC-4C9E-B566-043142AB4327}" type="pres">
      <dgm:prSet presAssocID="{30B24D03-5333-4E9F-AF7E-1EC7C9B84AF2}" presName="compNode" presStyleCnt="0"/>
      <dgm:spPr/>
    </dgm:pt>
    <dgm:pt modelId="{AB37D775-7B4F-43F7-811D-B10A8FBDE553}" type="pres">
      <dgm:prSet presAssocID="{30B24D03-5333-4E9F-AF7E-1EC7C9B84AF2}" presName="bgRect" presStyleLbl="bgShp" presStyleIdx="1" presStyleCnt="8"/>
      <dgm:spPr/>
    </dgm:pt>
    <dgm:pt modelId="{6712E30C-18DC-4CCD-95A0-747E8FB5C66A}" type="pres">
      <dgm:prSet presAssocID="{30B24D03-5333-4E9F-AF7E-1EC7C9B84AF2}" presName="iconRect" presStyleLbl="node1" presStyleIdx="1" presStyleCnt="8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uble"/>
        </a:ext>
      </dgm:extLst>
    </dgm:pt>
    <dgm:pt modelId="{C57BDB4E-C863-44AC-B4D6-A1D689918560}" type="pres">
      <dgm:prSet presAssocID="{30B24D03-5333-4E9F-AF7E-1EC7C9B84AF2}" presName="spaceRect" presStyleCnt="0"/>
      <dgm:spPr/>
    </dgm:pt>
    <dgm:pt modelId="{70468297-33AE-4210-9935-44BD42F97FDC}" type="pres">
      <dgm:prSet presAssocID="{30B24D03-5333-4E9F-AF7E-1EC7C9B84AF2}" presName="parTx" presStyleLbl="revTx" presStyleIdx="1" presStyleCnt="8">
        <dgm:presLayoutVars>
          <dgm:chMax val="0"/>
          <dgm:chPref val="0"/>
        </dgm:presLayoutVars>
      </dgm:prSet>
      <dgm:spPr/>
    </dgm:pt>
    <dgm:pt modelId="{A99C2C75-DE73-4A95-8B7C-9735271F103F}" type="pres">
      <dgm:prSet presAssocID="{A6B82A5C-D3E8-4165-8267-BA0D2A7DEF27}" presName="sibTrans" presStyleCnt="0"/>
      <dgm:spPr/>
    </dgm:pt>
    <dgm:pt modelId="{84A4D985-8657-42D8-9BF5-1E8782789D50}" type="pres">
      <dgm:prSet presAssocID="{C791C519-7523-40ED-AC06-11D65D8C51BE}" presName="compNode" presStyleCnt="0"/>
      <dgm:spPr/>
    </dgm:pt>
    <dgm:pt modelId="{255B0946-7471-4487-B638-8E85BE1C9C9E}" type="pres">
      <dgm:prSet presAssocID="{C791C519-7523-40ED-AC06-11D65D8C51BE}" presName="bgRect" presStyleLbl="bgShp" presStyleIdx="2" presStyleCnt="8"/>
      <dgm:spPr/>
    </dgm:pt>
    <dgm:pt modelId="{363C9173-339D-49F8-A149-F1D017B890B0}" type="pres">
      <dgm:prSet presAssocID="{C791C519-7523-40ED-AC06-11D65D8C51BE}" presName="iconRect" presStyleLbl="node1" presStyleIdx="2" presStyleCnt="8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ghtbulb"/>
        </a:ext>
      </dgm:extLst>
    </dgm:pt>
    <dgm:pt modelId="{F1D4D834-3ABC-4696-B508-6C161F1C6C72}" type="pres">
      <dgm:prSet presAssocID="{C791C519-7523-40ED-AC06-11D65D8C51BE}" presName="spaceRect" presStyleCnt="0"/>
      <dgm:spPr/>
    </dgm:pt>
    <dgm:pt modelId="{5DE8349D-CAE7-439A-B0F8-7B2F40775237}" type="pres">
      <dgm:prSet presAssocID="{C791C519-7523-40ED-AC06-11D65D8C51BE}" presName="parTx" presStyleLbl="revTx" presStyleIdx="2" presStyleCnt="8">
        <dgm:presLayoutVars>
          <dgm:chMax val="0"/>
          <dgm:chPref val="0"/>
        </dgm:presLayoutVars>
      </dgm:prSet>
      <dgm:spPr/>
    </dgm:pt>
    <dgm:pt modelId="{39E102BF-CD5B-4A85-86D7-BC0F94B6E4CA}" type="pres">
      <dgm:prSet presAssocID="{5810836A-FF33-468A-BEAF-D182AC36F544}" presName="sibTrans" presStyleCnt="0"/>
      <dgm:spPr/>
    </dgm:pt>
    <dgm:pt modelId="{F73B8114-548A-4A4D-8382-772BEBC3BCF2}" type="pres">
      <dgm:prSet presAssocID="{FC7992F8-A4D9-4970-ADBC-1DD66F4C40BA}" presName="compNode" presStyleCnt="0"/>
      <dgm:spPr/>
    </dgm:pt>
    <dgm:pt modelId="{3B2E62B5-1D88-493D-A774-DEA3DE57BAD0}" type="pres">
      <dgm:prSet presAssocID="{FC7992F8-A4D9-4970-ADBC-1DD66F4C40BA}" presName="bgRect" presStyleLbl="bgShp" presStyleIdx="3" presStyleCnt="8"/>
      <dgm:spPr/>
    </dgm:pt>
    <dgm:pt modelId="{BE203D75-F183-4BA1-B70C-1CB231E3A762}" type="pres">
      <dgm:prSet presAssocID="{FC7992F8-A4D9-4970-ADBC-1DD66F4C40BA}" presName="iconRect" presStyleLbl="node1" presStyleIdx="3" presStyleCnt="8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F8484674-A43D-49F3-8C68-528FEC234295}" type="pres">
      <dgm:prSet presAssocID="{FC7992F8-A4D9-4970-ADBC-1DD66F4C40BA}" presName="spaceRect" presStyleCnt="0"/>
      <dgm:spPr/>
    </dgm:pt>
    <dgm:pt modelId="{4BFC0F32-877D-4384-99AB-127913815781}" type="pres">
      <dgm:prSet presAssocID="{FC7992F8-A4D9-4970-ADBC-1DD66F4C40BA}" presName="parTx" presStyleLbl="revTx" presStyleIdx="3" presStyleCnt="8">
        <dgm:presLayoutVars>
          <dgm:chMax val="0"/>
          <dgm:chPref val="0"/>
        </dgm:presLayoutVars>
      </dgm:prSet>
      <dgm:spPr/>
    </dgm:pt>
    <dgm:pt modelId="{D5DFBAEB-4BC8-4FA1-842A-26D5A1C44DF8}" type="pres">
      <dgm:prSet presAssocID="{7EBC68B1-04A2-4CB0-A2A8-2CB035DF4F25}" presName="sibTrans" presStyleCnt="0"/>
      <dgm:spPr/>
    </dgm:pt>
    <dgm:pt modelId="{39AF69A8-4275-464C-AEE9-DDFB11D65A18}" type="pres">
      <dgm:prSet presAssocID="{86698670-3760-40FB-8925-813B5C5E5FD2}" presName="compNode" presStyleCnt="0"/>
      <dgm:spPr/>
    </dgm:pt>
    <dgm:pt modelId="{47575371-9955-4A43-86B3-7825444BC8BA}" type="pres">
      <dgm:prSet presAssocID="{86698670-3760-40FB-8925-813B5C5E5FD2}" presName="bgRect" presStyleLbl="bgShp" presStyleIdx="4" presStyleCnt="8"/>
      <dgm:spPr/>
    </dgm:pt>
    <dgm:pt modelId="{B9F01678-D1E6-400F-A19B-523A580FE8DA}" type="pres">
      <dgm:prSet presAssocID="{86698670-3760-40FB-8925-813B5C5E5FD2}" presName="iconRect" presStyleLbl="node1" presStyleIdx="4" presStyleCnt="8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FA0923C7-B638-4AD0-955E-D5D2227325AA}" type="pres">
      <dgm:prSet presAssocID="{86698670-3760-40FB-8925-813B5C5E5FD2}" presName="spaceRect" presStyleCnt="0"/>
      <dgm:spPr/>
    </dgm:pt>
    <dgm:pt modelId="{6629B466-ACA9-4772-A7A7-09F339F357DA}" type="pres">
      <dgm:prSet presAssocID="{86698670-3760-40FB-8925-813B5C5E5FD2}" presName="parTx" presStyleLbl="revTx" presStyleIdx="4" presStyleCnt="8">
        <dgm:presLayoutVars>
          <dgm:chMax val="0"/>
          <dgm:chPref val="0"/>
        </dgm:presLayoutVars>
      </dgm:prSet>
      <dgm:spPr/>
    </dgm:pt>
    <dgm:pt modelId="{9DB53D1B-D0EF-40C1-950E-1776FB97F743}" type="pres">
      <dgm:prSet presAssocID="{DF931BA0-DE29-4EC7-B3C4-F7EDF4C999A0}" presName="sibTrans" presStyleCnt="0"/>
      <dgm:spPr/>
    </dgm:pt>
    <dgm:pt modelId="{9392372F-6A7F-4732-BD6C-4E39102D6E1C}" type="pres">
      <dgm:prSet presAssocID="{A0F7C113-0604-4F8A-9CEC-445939697266}" presName="compNode" presStyleCnt="0"/>
      <dgm:spPr/>
    </dgm:pt>
    <dgm:pt modelId="{85D5CDC7-BB47-4BD3-8931-1A317A0A25DE}" type="pres">
      <dgm:prSet presAssocID="{A0F7C113-0604-4F8A-9CEC-445939697266}" presName="bgRect" presStyleLbl="bgShp" presStyleIdx="5" presStyleCnt="8"/>
      <dgm:spPr/>
    </dgm:pt>
    <dgm:pt modelId="{8A8E8237-7DA6-4E82-9BD3-EAE5BA2773ED}" type="pres">
      <dgm:prSet presAssocID="{A0F7C113-0604-4F8A-9CEC-445939697266}" presName="iconRect" presStyleLbl="node1" presStyleIdx="5" presStyleCnt="8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6F1011F9-F63B-429C-9B1E-262587931481}" type="pres">
      <dgm:prSet presAssocID="{A0F7C113-0604-4F8A-9CEC-445939697266}" presName="spaceRect" presStyleCnt="0"/>
      <dgm:spPr/>
    </dgm:pt>
    <dgm:pt modelId="{AAFBA08F-F390-46AC-80D2-225C54E3AF5B}" type="pres">
      <dgm:prSet presAssocID="{A0F7C113-0604-4F8A-9CEC-445939697266}" presName="parTx" presStyleLbl="revTx" presStyleIdx="5" presStyleCnt="8">
        <dgm:presLayoutVars>
          <dgm:chMax val="0"/>
          <dgm:chPref val="0"/>
        </dgm:presLayoutVars>
      </dgm:prSet>
      <dgm:spPr/>
    </dgm:pt>
    <dgm:pt modelId="{B3710FAA-B92F-4CEF-B680-87E5819801B8}" type="pres">
      <dgm:prSet presAssocID="{72B2F7B8-42DD-4836-86FA-64BA03F16706}" presName="sibTrans" presStyleCnt="0"/>
      <dgm:spPr/>
    </dgm:pt>
    <dgm:pt modelId="{9A5858B9-1743-4F11-A54C-F7768ED5F85B}" type="pres">
      <dgm:prSet presAssocID="{8AA0E888-4EAC-4DEC-B46B-619068905A46}" presName="compNode" presStyleCnt="0"/>
      <dgm:spPr/>
    </dgm:pt>
    <dgm:pt modelId="{B945F027-A954-4DC9-B008-F01C157C85BC}" type="pres">
      <dgm:prSet presAssocID="{8AA0E888-4EAC-4DEC-B46B-619068905A46}" presName="bgRect" presStyleLbl="bgShp" presStyleIdx="6" presStyleCnt="8"/>
      <dgm:spPr/>
    </dgm:pt>
    <dgm:pt modelId="{0043D477-6A51-474E-AA7D-A71A4AFAA1F6}" type="pres">
      <dgm:prSet presAssocID="{8AA0E888-4EAC-4DEC-B46B-619068905A46}" presName="iconRect" presStyleLbl="node1" presStyleIdx="6" presStyleCnt="8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nnections"/>
        </a:ext>
      </dgm:extLst>
    </dgm:pt>
    <dgm:pt modelId="{AA76AEC3-EAA7-40EC-B336-60D89062DFFD}" type="pres">
      <dgm:prSet presAssocID="{8AA0E888-4EAC-4DEC-B46B-619068905A46}" presName="spaceRect" presStyleCnt="0"/>
      <dgm:spPr/>
    </dgm:pt>
    <dgm:pt modelId="{E70876D3-B495-46BB-9276-E32ECB376E7D}" type="pres">
      <dgm:prSet presAssocID="{8AA0E888-4EAC-4DEC-B46B-619068905A46}" presName="parTx" presStyleLbl="revTx" presStyleIdx="6" presStyleCnt="8">
        <dgm:presLayoutVars>
          <dgm:chMax val="0"/>
          <dgm:chPref val="0"/>
        </dgm:presLayoutVars>
      </dgm:prSet>
      <dgm:spPr/>
    </dgm:pt>
    <dgm:pt modelId="{41BAE43B-F829-4D91-B5AE-127678D8FF96}" type="pres">
      <dgm:prSet presAssocID="{9765E244-C4DB-4887-BC7B-E719060A18F5}" presName="sibTrans" presStyleCnt="0"/>
      <dgm:spPr/>
    </dgm:pt>
    <dgm:pt modelId="{6CEC0756-A8B9-46BA-83A3-71449928F1C9}" type="pres">
      <dgm:prSet presAssocID="{53D897BA-B99E-41FC-83B2-2B2F4A834BF5}" presName="compNode" presStyleCnt="0"/>
      <dgm:spPr/>
    </dgm:pt>
    <dgm:pt modelId="{27146FDD-5DD7-4015-A0E6-FAA5A788C230}" type="pres">
      <dgm:prSet presAssocID="{53D897BA-B99E-41FC-83B2-2B2F4A834BF5}" presName="bgRect" presStyleLbl="bgShp" presStyleIdx="7" presStyleCnt="8"/>
      <dgm:spPr/>
    </dgm:pt>
    <dgm:pt modelId="{0093CE09-7819-4167-A404-977B1196E29B}" type="pres">
      <dgm:prSet presAssocID="{53D897BA-B99E-41FC-83B2-2B2F4A834BF5}" presName="iconRect" presStyleLbl="node1" presStyleIdx="7" presStyleCnt="8"/>
      <dgm:spPr>
        <a:blipFill>
          <a:blip xmlns:r="http://schemas.openxmlformats.org/officeDocument/2006/relationships"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uge"/>
        </a:ext>
      </dgm:extLst>
    </dgm:pt>
    <dgm:pt modelId="{B0FF2CE6-673C-45BA-8125-2B4E5E4F28E6}" type="pres">
      <dgm:prSet presAssocID="{53D897BA-B99E-41FC-83B2-2B2F4A834BF5}" presName="spaceRect" presStyleCnt="0"/>
      <dgm:spPr/>
    </dgm:pt>
    <dgm:pt modelId="{DC3CAB4D-885A-4112-B771-7636B0592500}" type="pres">
      <dgm:prSet presAssocID="{53D897BA-B99E-41FC-83B2-2B2F4A834BF5}" presName="parTx" presStyleLbl="revTx" presStyleIdx="7" presStyleCnt="8">
        <dgm:presLayoutVars>
          <dgm:chMax val="0"/>
          <dgm:chPref val="0"/>
        </dgm:presLayoutVars>
      </dgm:prSet>
      <dgm:spPr/>
    </dgm:pt>
  </dgm:ptLst>
  <dgm:cxnLst>
    <dgm:cxn modelId="{71C1B913-3C86-4477-B3C7-931FAE2A8980}" type="presOf" srcId="{C791C519-7523-40ED-AC06-11D65D8C51BE}" destId="{5DE8349D-CAE7-439A-B0F8-7B2F40775237}" srcOrd="0" destOrd="0" presId="urn:microsoft.com/office/officeart/2018/2/layout/IconVerticalSolidList"/>
    <dgm:cxn modelId="{98592036-DA05-45B2-842B-B76A8FA5CC2D}" srcId="{493EAFBC-457B-4758-931C-138C88D65A0C}" destId="{8AA0E888-4EAC-4DEC-B46B-619068905A46}" srcOrd="6" destOrd="0" parTransId="{DE6349DA-D997-4A38-8194-4ECA37355B43}" sibTransId="{9765E244-C4DB-4887-BC7B-E719060A18F5}"/>
    <dgm:cxn modelId="{79EF6936-2CB1-4292-9A50-22D88C326138}" type="presOf" srcId="{53D897BA-B99E-41FC-83B2-2B2F4A834BF5}" destId="{DC3CAB4D-885A-4112-B771-7636B0592500}" srcOrd="0" destOrd="0" presId="urn:microsoft.com/office/officeart/2018/2/layout/IconVerticalSolidList"/>
    <dgm:cxn modelId="{BD03E541-5A48-44C4-857F-1C219D201B35}" srcId="{493EAFBC-457B-4758-931C-138C88D65A0C}" destId="{A0F7C113-0604-4F8A-9CEC-445939697266}" srcOrd="5" destOrd="0" parTransId="{C6B500C0-E69B-4FD6-97FA-E5C71A142F98}" sibTransId="{72B2F7B8-42DD-4836-86FA-64BA03F16706}"/>
    <dgm:cxn modelId="{D3427044-C650-4F8D-90AC-EFE173E0DE00}" srcId="{493EAFBC-457B-4758-931C-138C88D65A0C}" destId="{75752634-B959-4C51-92F2-69DD171B794C}" srcOrd="0" destOrd="0" parTransId="{6C756E84-0BD0-4365-BA33-E7DD38DFE7C1}" sibTransId="{1ED64A26-F22F-43C5-9087-D9661009BFEF}"/>
    <dgm:cxn modelId="{3BA3816B-3DC8-4F56-8EA8-D86BC5990278}" type="presOf" srcId="{493EAFBC-457B-4758-931C-138C88D65A0C}" destId="{EB53C73F-A2B4-4123-9A85-949503CB89B2}" srcOrd="0" destOrd="0" presId="urn:microsoft.com/office/officeart/2018/2/layout/IconVerticalSolidList"/>
    <dgm:cxn modelId="{500A0778-82CA-4AB6-9F8B-84BDC66A386A}" srcId="{493EAFBC-457B-4758-931C-138C88D65A0C}" destId="{53D897BA-B99E-41FC-83B2-2B2F4A834BF5}" srcOrd="7" destOrd="0" parTransId="{1CE400A2-E915-4551-9CFC-1C584086D1F2}" sibTransId="{AFD04DE0-EEF7-4D1B-A8D1-052AA58E62AD}"/>
    <dgm:cxn modelId="{1471A792-E26B-4248-AD12-304172B2C340}" type="presOf" srcId="{8AA0E888-4EAC-4DEC-B46B-619068905A46}" destId="{E70876D3-B495-46BB-9276-E32ECB376E7D}" srcOrd="0" destOrd="0" presId="urn:microsoft.com/office/officeart/2018/2/layout/IconVerticalSolidList"/>
    <dgm:cxn modelId="{059DF098-2373-4A73-A65D-67603473AB7B}" srcId="{493EAFBC-457B-4758-931C-138C88D65A0C}" destId="{86698670-3760-40FB-8925-813B5C5E5FD2}" srcOrd="4" destOrd="0" parTransId="{AC13B935-C9FB-4790-9F3D-5AD704D444F3}" sibTransId="{DF931BA0-DE29-4EC7-B3C4-F7EDF4C999A0}"/>
    <dgm:cxn modelId="{3FCFD9A1-F4CB-4359-BF90-9CD9CE8BF283}" type="presOf" srcId="{30B24D03-5333-4E9F-AF7E-1EC7C9B84AF2}" destId="{70468297-33AE-4210-9935-44BD42F97FDC}" srcOrd="0" destOrd="0" presId="urn:microsoft.com/office/officeart/2018/2/layout/IconVerticalSolidList"/>
    <dgm:cxn modelId="{E1A2C7AE-7C7F-4677-A26B-7B8E5FB452D5}" type="presOf" srcId="{86698670-3760-40FB-8925-813B5C5E5FD2}" destId="{6629B466-ACA9-4772-A7A7-09F339F357DA}" srcOrd="0" destOrd="0" presId="urn:microsoft.com/office/officeart/2018/2/layout/IconVerticalSolidList"/>
    <dgm:cxn modelId="{331DB3B6-5A3D-4843-98E5-03181B5516B4}" srcId="{493EAFBC-457B-4758-931C-138C88D65A0C}" destId="{FC7992F8-A4D9-4970-ADBC-1DD66F4C40BA}" srcOrd="3" destOrd="0" parTransId="{C402F017-A936-4862-9389-D725B55A2024}" sibTransId="{7EBC68B1-04A2-4CB0-A2A8-2CB035DF4F25}"/>
    <dgm:cxn modelId="{5E04E2C1-A087-47E2-B524-BF0251CB2C34}" type="presOf" srcId="{FC7992F8-A4D9-4970-ADBC-1DD66F4C40BA}" destId="{4BFC0F32-877D-4384-99AB-127913815781}" srcOrd="0" destOrd="0" presId="urn:microsoft.com/office/officeart/2018/2/layout/IconVerticalSolidList"/>
    <dgm:cxn modelId="{8D492DC5-DF76-409D-B5D9-84C692658091}" srcId="{493EAFBC-457B-4758-931C-138C88D65A0C}" destId="{C791C519-7523-40ED-AC06-11D65D8C51BE}" srcOrd="2" destOrd="0" parTransId="{D16FCBCF-0CC2-43B3-8B27-C149CEA99D62}" sibTransId="{5810836A-FF33-468A-BEAF-D182AC36F544}"/>
    <dgm:cxn modelId="{D0C6F0D4-A403-4C01-A780-926F93E973A9}" type="presOf" srcId="{75752634-B959-4C51-92F2-69DD171B794C}" destId="{F6F06FCC-7A3C-4F13-AAA0-482CDD75B660}" srcOrd="0" destOrd="0" presId="urn:microsoft.com/office/officeart/2018/2/layout/IconVerticalSolidList"/>
    <dgm:cxn modelId="{68AA1CD5-425E-41F3-8738-1707DE3D13F2}" type="presOf" srcId="{A0F7C113-0604-4F8A-9CEC-445939697266}" destId="{AAFBA08F-F390-46AC-80D2-225C54E3AF5B}" srcOrd="0" destOrd="0" presId="urn:microsoft.com/office/officeart/2018/2/layout/IconVerticalSolidList"/>
    <dgm:cxn modelId="{2C6429F7-CDAE-476C-9F3B-22F4A49B8B0C}" srcId="{493EAFBC-457B-4758-931C-138C88D65A0C}" destId="{30B24D03-5333-4E9F-AF7E-1EC7C9B84AF2}" srcOrd="1" destOrd="0" parTransId="{4BE67258-A05F-48B9-9BCC-91BDD3B9A2A1}" sibTransId="{A6B82A5C-D3E8-4165-8267-BA0D2A7DEF27}"/>
    <dgm:cxn modelId="{247E179F-CC1A-43C2-A666-926468E689AC}" type="presParOf" srcId="{EB53C73F-A2B4-4123-9A85-949503CB89B2}" destId="{64822667-B59F-49E1-B2B0-FEDF0F8CB6F3}" srcOrd="0" destOrd="0" presId="urn:microsoft.com/office/officeart/2018/2/layout/IconVerticalSolidList"/>
    <dgm:cxn modelId="{3589BA0E-C2EF-44C9-B02C-4038E814CC26}" type="presParOf" srcId="{64822667-B59F-49E1-B2B0-FEDF0F8CB6F3}" destId="{E03ED112-E840-4A07-84AE-B8F7125EB827}" srcOrd="0" destOrd="0" presId="urn:microsoft.com/office/officeart/2018/2/layout/IconVerticalSolidList"/>
    <dgm:cxn modelId="{8B980D21-4D06-4331-BCEF-C0980DF3E831}" type="presParOf" srcId="{64822667-B59F-49E1-B2B0-FEDF0F8CB6F3}" destId="{95F15484-5B30-4A7F-9FE9-70D17D719797}" srcOrd="1" destOrd="0" presId="urn:microsoft.com/office/officeart/2018/2/layout/IconVerticalSolidList"/>
    <dgm:cxn modelId="{7406AC63-657D-485E-995A-D3019BBA2579}" type="presParOf" srcId="{64822667-B59F-49E1-B2B0-FEDF0F8CB6F3}" destId="{54CA600F-B276-4297-A380-A48861DBEBDB}" srcOrd="2" destOrd="0" presId="urn:microsoft.com/office/officeart/2018/2/layout/IconVerticalSolidList"/>
    <dgm:cxn modelId="{1BC65306-12CC-4E8D-A3E1-099E83185D4E}" type="presParOf" srcId="{64822667-B59F-49E1-B2B0-FEDF0F8CB6F3}" destId="{F6F06FCC-7A3C-4F13-AAA0-482CDD75B660}" srcOrd="3" destOrd="0" presId="urn:microsoft.com/office/officeart/2018/2/layout/IconVerticalSolidList"/>
    <dgm:cxn modelId="{CCB901CE-9A42-43E0-8D65-7A618EC6EB57}" type="presParOf" srcId="{EB53C73F-A2B4-4123-9A85-949503CB89B2}" destId="{9D7283BF-C15B-44AC-9A79-9E8481B22366}" srcOrd="1" destOrd="0" presId="urn:microsoft.com/office/officeart/2018/2/layout/IconVerticalSolidList"/>
    <dgm:cxn modelId="{BC80ADD7-516C-4499-8261-8DAEE040AF1C}" type="presParOf" srcId="{EB53C73F-A2B4-4123-9A85-949503CB89B2}" destId="{183E7AB9-5BEC-4C9E-B566-043142AB4327}" srcOrd="2" destOrd="0" presId="urn:microsoft.com/office/officeart/2018/2/layout/IconVerticalSolidList"/>
    <dgm:cxn modelId="{BB0D3DE0-31ED-46E4-A94F-41F02379DA4C}" type="presParOf" srcId="{183E7AB9-5BEC-4C9E-B566-043142AB4327}" destId="{AB37D775-7B4F-43F7-811D-B10A8FBDE553}" srcOrd="0" destOrd="0" presId="urn:microsoft.com/office/officeart/2018/2/layout/IconVerticalSolidList"/>
    <dgm:cxn modelId="{1749A38C-3F64-49BA-9F11-1550C9FD1479}" type="presParOf" srcId="{183E7AB9-5BEC-4C9E-B566-043142AB4327}" destId="{6712E30C-18DC-4CCD-95A0-747E8FB5C66A}" srcOrd="1" destOrd="0" presId="urn:microsoft.com/office/officeart/2018/2/layout/IconVerticalSolidList"/>
    <dgm:cxn modelId="{11A8038A-38FD-4153-B855-9189C77F9AD7}" type="presParOf" srcId="{183E7AB9-5BEC-4C9E-B566-043142AB4327}" destId="{C57BDB4E-C863-44AC-B4D6-A1D689918560}" srcOrd="2" destOrd="0" presId="urn:microsoft.com/office/officeart/2018/2/layout/IconVerticalSolidList"/>
    <dgm:cxn modelId="{F44B6955-3578-4200-944F-79A166A0A095}" type="presParOf" srcId="{183E7AB9-5BEC-4C9E-B566-043142AB4327}" destId="{70468297-33AE-4210-9935-44BD42F97FDC}" srcOrd="3" destOrd="0" presId="urn:microsoft.com/office/officeart/2018/2/layout/IconVerticalSolidList"/>
    <dgm:cxn modelId="{30F0EB82-5403-4822-990D-F1FD9F62B6DB}" type="presParOf" srcId="{EB53C73F-A2B4-4123-9A85-949503CB89B2}" destId="{A99C2C75-DE73-4A95-8B7C-9735271F103F}" srcOrd="3" destOrd="0" presId="urn:microsoft.com/office/officeart/2018/2/layout/IconVerticalSolidList"/>
    <dgm:cxn modelId="{8252B9B5-7784-42B7-8111-D5929CDE2E75}" type="presParOf" srcId="{EB53C73F-A2B4-4123-9A85-949503CB89B2}" destId="{84A4D985-8657-42D8-9BF5-1E8782789D50}" srcOrd="4" destOrd="0" presId="urn:microsoft.com/office/officeart/2018/2/layout/IconVerticalSolidList"/>
    <dgm:cxn modelId="{64D216DA-78BE-472F-AB9F-990BF2C69DB7}" type="presParOf" srcId="{84A4D985-8657-42D8-9BF5-1E8782789D50}" destId="{255B0946-7471-4487-B638-8E85BE1C9C9E}" srcOrd="0" destOrd="0" presId="urn:microsoft.com/office/officeart/2018/2/layout/IconVerticalSolidList"/>
    <dgm:cxn modelId="{18A48817-3747-4811-AE5A-95CC247D992F}" type="presParOf" srcId="{84A4D985-8657-42D8-9BF5-1E8782789D50}" destId="{363C9173-339D-49F8-A149-F1D017B890B0}" srcOrd="1" destOrd="0" presId="urn:microsoft.com/office/officeart/2018/2/layout/IconVerticalSolidList"/>
    <dgm:cxn modelId="{2760BB40-C038-40B2-A1D1-10B8C274D5EB}" type="presParOf" srcId="{84A4D985-8657-42D8-9BF5-1E8782789D50}" destId="{F1D4D834-3ABC-4696-B508-6C161F1C6C72}" srcOrd="2" destOrd="0" presId="urn:microsoft.com/office/officeart/2018/2/layout/IconVerticalSolidList"/>
    <dgm:cxn modelId="{6986E441-CECD-4B5B-9EED-F7C70330968D}" type="presParOf" srcId="{84A4D985-8657-42D8-9BF5-1E8782789D50}" destId="{5DE8349D-CAE7-439A-B0F8-7B2F40775237}" srcOrd="3" destOrd="0" presId="urn:microsoft.com/office/officeart/2018/2/layout/IconVerticalSolidList"/>
    <dgm:cxn modelId="{168CB24B-865B-45E3-BA6C-0A042B6CCA37}" type="presParOf" srcId="{EB53C73F-A2B4-4123-9A85-949503CB89B2}" destId="{39E102BF-CD5B-4A85-86D7-BC0F94B6E4CA}" srcOrd="5" destOrd="0" presId="urn:microsoft.com/office/officeart/2018/2/layout/IconVerticalSolidList"/>
    <dgm:cxn modelId="{CCC39813-9440-497D-80A1-08127D30831F}" type="presParOf" srcId="{EB53C73F-A2B4-4123-9A85-949503CB89B2}" destId="{F73B8114-548A-4A4D-8382-772BEBC3BCF2}" srcOrd="6" destOrd="0" presId="urn:microsoft.com/office/officeart/2018/2/layout/IconVerticalSolidList"/>
    <dgm:cxn modelId="{8FEFDD3E-789B-470C-9B40-E7C948F9E0DE}" type="presParOf" srcId="{F73B8114-548A-4A4D-8382-772BEBC3BCF2}" destId="{3B2E62B5-1D88-493D-A774-DEA3DE57BAD0}" srcOrd="0" destOrd="0" presId="urn:microsoft.com/office/officeart/2018/2/layout/IconVerticalSolidList"/>
    <dgm:cxn modelId="{97EB15E1-1799-44E6-9AF8-A717CBCA56C1}" type="presParOf" srcId="{F73B8114-548A-4A4D-8382-772BEBC3BCF2}" destId="{BE203D75-F183-4BA1-B70C-1CB231E3A762}" srcOrd="1" destOrd="0" presId="urn:microsoft.com/office/officeart/2018/2/layout/IconVerticalSolidList"/>
    <dgm:cxn modelId="{D3A986B8-4205-4547-ADD0-CF4D6658E4C5}" type="presParOf" srcId="{F73B8114-548A-4A4D-8382-772BEBC3BCF2}" destId="{F8484674-A43D-49F3-8C68-528FEC234295}" srcOrd="2" destOrd="0" presId="urn:microsoft.com/office/officeart/2018/2/layout/IconVerticalSolidList"/>
    <dgm:cxn modelId="{54774F24-47F2-4AF5-A002-FD75CC38A576}" type="presParOf" srcId="{F73B8114-548A-4A4D-8382-772BEBC3BCF2}" destId="{4BFC0F32-877D-4384-99AB-127913815781}" srcOrd="3" destOrd="0" presId="urn:microsoft.com/office/officeart/2018/2/layout/IconVerticalSolidList"/>
    <dgm:cxn modelId="{D8B1BCC5-F7D1-4432-A673-4D71767E5D79}" type="presParOf" srcId="{EB53C73F-A2B4-4123-9A85-949503CB89B2}" destId="{D5DFBAEB-4BC8-4FA1-842A-26D5A1C44DF8}" srcOrd="7" destOrd="0" presId="urn:microsoft.com/office/officeart/2018/2/layout/IconVerticalSolidList"/>
    <dgm:cxn modelId="{94D37954-8BEC-45CB-937B-929DA7E4E4E0}" type="presParOf" srcId="{EB53C73F-A2B4-4123-9A85-949503CB89B2}" destId="{39AF69A8-4275-464C-AEE9-DDFB11D65A18}" srcOrd="8" destOrd="0" presId="urn:microsoft.com/office/officeart/2018/2/layout/IconVerticalSolidList"/>
    <dgm:cxn modelId="{2F0682A1-2B36-41F8-BF26-7979B9152B02}" type="presParOf" srcId="{39AF69A8-4275-464C-AEE9-DDFB11D65A18}" destId="{47575371-9955-4A43-86B3-7825444BC8BA}" srcOrd="0" destOrd="0" presId="urn:microsoft.com/office/officeart/2018/2/layout/IconVerticalSolidList"/>
    <dgm:cxn modelId="{82FECDA9-DC28-470B-AD8F-373D3034CA27}" type="presParOf" srcId="{39AF69A8-4275-464C-AEE9-DDFB11D65A18}" destId="{B9F01678-D1E6-400F-A19B-523A580FE8DA}" srcOrd="1" destOrd="0" presId="urn:microsoft.com/office/officeart/2018/2/layout/IconVerticalSolidList"/>
    <dgm:cxn modelId="{DFAA123E-04C0-4241-A025-9565C205A321}" type="presParOf" srcId="{39AF69A8-4275-464C-AEE9-DDFB11D65A18}" destId="{FA0923C7-B638-4AD0-955E-D5D2227325AA}" srcOrd="2" destOrd="0" presId="urn:microsoft.com/office/officeart/2018/2/layout/IconVerticalSolidList"/>
    <dgm:cxn modelId="{EE79A9C8-F4F5-43A9-B49E-0B3434C97059}" type="presParOf" srcId="{39AF69A8-4275-464C-AEE9-DDFB11D65A18}" destId="{6629B466-ACA9-4772-A7A7-09F339F357DA}" srcOrd="3" destOrd="0" presId="urn:microsoft.com/office/officeart/2018/2/layout/IconVerticalSolidList"/>
    <dgm:cxn modelId="{A8D206AD-CE40-426E-9A29-B63109DF105B}" type="presParOf" srcId="{EB53C73F-A2B4-4123-9A85-949503CB89B2}" destId="{9DB53D1B-D0EF-40C1-950E-1776FB97F743}" srcOrd="9" destOrd="0" presId="urn:microsoft.com/office/officeart/2018/2/layout/IconVerticalSolidList"/>
    <dgm:cxn modelId="{59995733-8BC9-4E36-AF71-DB4F37567486}" type="presParOf" srcId="{EB53C73F-A2B4-4123-9A85-949503CB89B2}" destId="{9392372F-6A7F-4732-BD6C-4E39102D6E1C}" srcOrd="10" destOrd="0" presId="urn:microsoft.com/office/officeart/2018/2/layout/IconVerticalSolidList"/>
    <dgm:cxn modelId="{A9E6097C-4DB2-48EA-8F67-C63D6E991A51}" type="presParOf" srcId="{9392372F-6A7F-4732-BD6C-4E39102D6E1C}" destId="{85D5CDC7-BB47-4BD3-8931-1A317A0A25DE}" srcOrd="0" destOrd="0" presId="urn:microsoft.com/office/officeart/2018/2/layout/IconVerticalSolidList"/>
    <dgm:cxn modelId="{3B9ACB6A-B559-4ECA-84DB-27EBA42B0596}" type="presParOf" srcId="{9392372F-6A7F-4732-BD6C-4E39102D6E1C}" destId="{8A8E8237-7DA6-4E82-9BD3-EAE5BA2773ED}" srcOrd="1" destOrd="0" presId="urn:microsoft.com/office/officeart/2018/2/layout/IconVerticalSolidList"/>
    <dgm:cxn modelId="{C484AAEC-5F5F-43C8-A822-9B75DBF1ABCC}" type="presParOf" srcId="{9392372F-6A7F-4732-BD6C-4E39102D6E1C}" destId="{6F1011F9-F63B-429C-9B1E-262587931481}" srcOrd="2" destOrd="0" presId="urn:microsoft.com/office/officeart/2018/2/layout/IconVerticalSolidList"/>
    <dgm:cxn modelId="{6B4C7853-3473-46A7-89F1-BB77A668090B}" type="presParOf" srcId="{9392372F-6A7F-4732-BD6C-4E39102D6E1C}" destId="{AAFBA08F-F390-46AC-80D2-225C54E3AF5B}" srcOrd="3" destOrd="0" presId="urn:microsoft.com/office/officeart/2018/2/layout/IconVerticalSolidList"/>
    <dgm:cxn modelId="{89DE2278-B67B-47BE-B59E-40CFF89F782A}" type="presParOf" srcId="{EB53C73F-A2B4-4123-9A85-949503CB89B2}" destId="{B3710FAA-B92F-4CEF-B680-87E5819801B8}" srcOrd="11" destOrd="0" presId="urn:microsoft.com/office/officeart/2018/2/layout/IconVerticalSolidList"/>
    <dgm:cxn modelId="{283DCA24-EBB3-4312-AC46-C662157881D7}" type="presParOf" srcId="{EB53C73F-A2B4-4123-9A85-949503CB89B2}" destId="{9A5858B9-1743-4F11-A54C-F7768ED5F85B}" srcOrd="12" destOrd="0" presId="urn:microsoft.com/office/officeart/2018/2/layout/IconVerticalSolidList"/>
    <dgm:cxn modelId="{7568D238-AAA1-4866-AACD-6DFC481BF955}" type="presParOf" srcId="{9A5858B9-1743-4F11-A54C-F7768ED5F85B}" destId="{B945F027-A954-4DC9-B008-F01C157C85BC}" srcOrd="0" destOrd="0" presId="urn:microsoft.com/office/officeart/2018/2/layout/IconVerticalSolidList"/>
    <dgm:cxn modelId="{0C809976-5BAA-4A35-9077-96827D851144}" type="presParOf" srcId="{9A5858B9-1743-4F11-A54C-F7768ED5F85B}" destId="{0043D477-6A51-474E-AA7D-A71A4AFAA1F6}" srcOrd="1" destOrd="0" presId="urn:microsoft.com/office/officeart/2018/2/layout/IconVerticalSolidList"/>
    <dgm:cxn modelId="{8493DF54-A620-4F68-AAA5-2A5BDA654D8E}" type="presParOf" srcId="{9A5858B9-1743-4F11-A54C-F7768ED5F85B}" destId="{AA76AEC3-EAA7-40EC-B336-60D89062DFFD}" srcOrd="2" destOrd="0" presId="urn:microsoft.com/office/officeart/2018/2/layout/IconVerticalSolidList"/>
    <dgm:cxn modelId="{B620A5FD-569C-403A-8E3A-CD8B6C819542}" type="presParOf" srcId="{9A5858B9-1743-4F11-A54C-F7768ED5F85B}" destId="{E70876D3-B495-46BB-9276-E32ECB376E7D}" srcOrd="3" destOrd="0" presId="urn:microsoft.com/office/officeart/2018/2/layout/IconVerticalSolidList"/>
    <dgm:cxn modelId="{D285B022-8184-4ED5-908F-925D740F4D52}" type="presParOf" srcId="{EB53C73F-A2B4-4123-9A85-949503CB89B2}" destId="{41BAE43B-F829-4D91-B5AE-127678D8FF96}" srcOrd="13" destOrd="0" presId="urn:microsoft.com/office/officeart/2018/2/layout/IconVerticalSolidList"/>
    <dgm:cxn modelId="{6528289B-E66F-4D6D-98B6-97BEFE5E86E0}" type="presParOf" srcId="{EB53C73F-A2B4-4123-9A85-949503CB89B2}" destId="{6CEC0756-A8B9-46BA-83A3-71449928F1C9}" srcOrd="14" destOrd="0" presId="urn:microsoft.com/office/officeart/2018/2/layout/IconVerticalSolidList"/>
    <dgm:cxn modelId="{94FEDDBD-5C91-4104-9A36-817740FE1B4E}" type="presParOf" srcId="{6CEC0756-A8B9-46BA-83A3-71449928F1C9}" destId="{27146FDD-5DD7-4015-A0E6-FAA5A788C230}" srcOrd="0" destOrd="0" presId="urn:microsoft.com/office/officeart/2018/2/layout/IconVerticalSolidList"/>
    <dgm:cxn modelId="{2F5ECAC6-9F72-44BA-920B-CB20FA0C1350}" type="presParOf" srcId="{6CEC0756-A8B9-46BA-83A3-71449928F1C9}" destId="{0093CE09-7819-4167-A404-977B1196E29B}" srcOrd="1" destOrd="0" presId="urn:microsoft.com/office/officeart/2018/2/layout/IconVerticalSolidList"/>
    <dgm:cxn modelId="{97D4749E-052B-4C67-AA95-6A633060D12C}" type="presParOf" srcId="{6CEC0756-A8B9-46BA-83A3-71449928F1C9}" destId="{B0FF2CE6-673C-45BA-8125-2B4E5E4F28E6}" srcOrd="2" destOrd="0" presId="urn:microsoft.com/office/officeart/2018/2/layout/IconVerticalSolidList"/>
    <dgm:cxn modelId="{0C8B28F5-32F2-4173-A0D1-9506ABFADE85}" type="presParOf" srcId="{6CEC0756-A8B9-46BA-83A3-71449928F1C9}" destId="{DC3CAB4D-885A-4112-B771-7636B059250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C0F011C-1AD1-461D-BDFB-DD7AC3AB8DA4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F3D9F617-0861-430A-8679-2B6EE5EFD6AF}">
      <dgm:prSet/>
      <dgm:spPr/>
      <dgm:t>
        <a:bodyPr/>
        <a:lstStyle/>
        <a:p>
          <a:r>
            <a:rPr lang="en-US"/>
            <a:t>• Repeat customers: 10</a:t>
          </a:r>
        </a:p>
      </dgm:t>
    </dgm:pt>
    <dgm:pt modelId="{30FA5D2C-5911-4845-BD3C-09F0B0565F06}" type="parTrans" cxnId="{7ED7B78F-A8F8-4A13-B075-B0FBA46FFDD5}">
      <dgm:prSet/>
      <dgm:spPr/>
      <dgm:t>
        <a:bodyPr/>
        <a:lstStyle/>
        <a:p>
          <a:endParaRPr lang="en-US"/>
        </a:p>
      </dgm:t>
    </dgm:pt>
    <dgm:pt modelId="{153C8733-7199-4809-941B-3525D05C08A1}" type="sibTrans" cxnId="{7ED7B78F-A8F8-4A13-B075-B0FBA46FFDD5}">
      <dgm:prSet/>
      <dgm:spPr/>
      <dgm:t>
        <a:bodyPr/>
        <a:lstStyle/>
        <a:p>
          <a:endParaRPr lang="en-US"/>
        </a:p>
      </dgm:t>
    </dgm:pt>
    <dgm:pt modelId="{FA2CC1C9-6585-4CCE-8FD1-7B4D1F7948A4}">
      <dgm:prSet/>
      <dgm:spPr/>
      <dgm:t>
        <a:bodyPr/>
        <a:lstStyle/>
        <a:p>
          <a:r>
            <a:rPr lang="en-US"/>
            <a:t>• Avg repeat orders per customer: 2</a:t>
          </a:r>
        </a:p>
      </dgm:t>
    </dgm:pt>
    <dgm:pt modelId="{1C8CB6F9-2DF7-4D28-B938-6400C17E3762}" type="parTrans" cxnId="{2DB0286E-FB9E-4F27-B119-6387D107447C}">
      <dgm:prSet/>
      <dgm:spPr/>
      <dgm:t>
        <a:bodyPr/>
        <a:lstStyle/>
        <a:p>
          <a:endParaRPr lang="en-US"/>
        </a:p>
      </dgm:t>
    </dgm:pt>
    <dgm:pt modelId="{E6E9FC0A-A2C7-4613-8175-303DBBBD8547}" type="sibTrans" cxnId="{2DB0286E-FB9E-4F27-B119-6387D107447C}">
      <dgm:prSet/>
      <dgm:spPr/>
      <dgm:t>
        <a:bodyPr/>
        <a:lstStyle/>
        <a:p>
          <a:endParaRPr lang="en-US"/>
        </a:p>
      </dgm:t>
    </dgm:pt>
    <dgm:pt modelId="{2FA0E29B-C330-4C78-812A-ED9EC1509098}">
      <dgm:prSet/>
      <dgm:spPr/>
      <dgm:t>
        <a:bodyPr/>
        <a:lstStyle/>
        <a:p>
          <a:r>
            <a:rPr lang="en-US"/>
            <a:t>Insights:</a:t>
          </a:r>
        </a:p>
      </dgm:t>
    </dgm:pt>
    <dgm:pt modelId="{89902FF2-5319-4D8E-8954-4044582880B1}" type="parTrans" cxnId="{AFFCA830-8C06-4CCF-BEB7-2FAB2B57B26D}">
      <dgm:prSet/>
      <dgm:spPr/>
      <dgm:t>
        <a:bodyPr/>
        <a:lstStyle/>
        <a:p>
          <a:endParaRPr lang="en-US"/>
        </a:p>
      </dgm:t>
    </dgm:pt>
    <dgm:pt modelId="{922C6FC3-37D6-4941-86B6-131864F39E39}" type="sibTrans" cxnId="{AFFCA830-8C06-4CCF-BEB7-2FAB2B57B26D}">
      <dgm:prSet/>
      <dgm:spPr/>
      <dgm:t>
        <a:bodyPr/>
        <a:lstStyle/>
        <a:p>
          <a:endParaRPr lang="en-US"/>
        </a:p>
      </dgm:t>
    </dgm:pt>
    <dgm:pt modelId="{005A3A28-BEE9-43B1-8E59-6050913727EE}">
      <dgm:prSet/>
      <dgm:spPr/>
      <dgm:t>
        <a:bodyPr/>
        <a:lstStyle/>
        <a:p>
          <a:r>
            <a:rPr lang="en-US"/>
            <a:t>• Strong customer loyalty.</a:t>
          </a:r>
        </a:p>
      </dgm:t>
    </dgm:pt>
    <dgm:pt modelId="{9DB4E3AD-0562-4AA2-9AE7-5F6C8FEA2A53}" type="parTrans" cxnId="{C52993EC-EF88-45DD-8964-6BE4C0ABEC53}">
      <dgm:prSet/>
      <dgm:spPr/>
      <dgm:t>
        <a:bodyPr/>
        <a:lstStyle/>
        <a:p>
          <a:endParaRPr lang="en-US"/>
        </a:p>
      </dgm:t>
    </dgm:pt>
    <dgm:pt modelId="{5FBFD686-77CD-4E2F-A74D-4EBB0AEB857E}" type="sibTrans" cxnId="{C52993EC-EF88-45DD-8964-6BE4C0ABEC53}">
      <dgm:prSet/>
      <dgm:spPr/>
      <dgm:t>
        <a:bodyPr/>
        <a:lstStyle/>
        <a:p>
          <a:endParaRPr lang="en-US"/>
        </a:p>
      </dgm:t>
    </dgm:pt>
    <dgm:pt modelId="{C3A3078E-EFC2-42F0-A9A0-AD6B16207AF1}">
      <dgm:prSet/>
      <dgm:spPr/>
      <dgm:t>
        <a:bodyPr/>
        <a:lstStyle/>
        <a:p>
          <a:r>
            <a:rPr lang="en-US"/>
            <a:t>Recommendations:</a:t>
          </a:r>
        </a:p>
      </dgm:t>
    </dgm:pt>
    <dgm:pt modelId="{927CD7DB-667E-4D7D-926C-2C285FC00B31}" type="parTrans" cxnId="{9EBBBA5E-F27B-4229-9B13-B511A2B7E146}">
      <dgm:prSet/>
      <dgm:spPr/>
      <dgm:t>
        <a:bodyPr/>
        <a:lstStyle/>
        <a:p>
          <a:endParaRPr lang="en-US"/>
        </a:p>
      </dgm:t>
    </dgm:pt>
    <dgm:pt modelId="{CECA8C33-2655-498B-9EAE-94DB7F41C1FC}" type="sibTrans" cxnId="{9EBBBA5E-F27B-4229-9B13-B511A2B7E146}">
      <dgm:prSet/>
      <dgm:spPr/>
      <dgm:t>
        <a:bodyPr/>
        <a:lstStyle/>
        <a:p>
          <a:endParaRPr lang="en-US"/>
        </a:p>
      </dgm:t>
    </dgm:pt>
    <dgm:pt modelId="{09360847-9442-4886-9895-7216B5472742}">
      <dgm:prSet/>
      <dgm:spPr/>
      <dgm:t>
        <a:bodyPr/>
        <a:lstStyle/>
        <a:p>
          <a:r>
            <a:rPr lang="en-US"/>
            <a:t>• Add loyalty rewards.</a:t>
          </a:r>
        </a:p>
      </dgm:t>
    </dgm:pt>
    <dgm:pt modelId="{373A5967-2FCE-4364-9EF0-A062276EBC5B}" type="parTrans" cxnId="{AC26D4F9-CDE7-48BA-8660-5F32226B417B}">
      <dgm:prSet/>
      <dgm:spPr/>
      <dgm:t>
        <a:bodyPr/>
        <a:lstStyle/>
        <a:p>
          <a:endParaRPr lang="en-US"/>
        </a:p>
      </dgm:t>
    </dgm:pt>
    <dgm:pt modelId="{2001A014-1259-43BF-BBC3-142324AD08BF}" type="sibTrans" cxnId="{AC26D4F9-CDE7-48BA-8660-5F32226B417B}">
      <dgm:prSet/>
      <dgm:spPr/>
      <dgm:t>
        <a:bodyPr/>
        <a:lstStyle/>
        <a:p>
          <a:endParaRPr lang="en-US"/>
        </a:p>
      </dgm:t>
    </dgm:pt>
    <dgm:pt modelId="{0FED88AA-80FC-46F2-A5F7-BC57BE32CEE0}">
      <dgm:prSet/>
      <dgm:spPr/>
      <dgm:t>
        <a:bodyPr/>
        <a:lstStyle/>
        <a:p>
          <a:r>
            <a:rPr lang="en-US"/>
            <a:t>• Email remarketing.</a:t>
          </a:r>
        </a:p>
      </dgm:t>
    </dgm:pt>
    <dgm:pt modelId="{6C950D79-9557-4D44-93BE-FF9B2D16FF56}" type="parTrans" cxnId="{6ECABBB9-1C21-497E-96AB-D90B3FC76BF8}">
      <dgm:prSet/>
      <dgm:spPr/>
      <dgm:t>
        <a:bodyPr/>
        <a:lstStyle/>
        <a:p>
          <a:endParaRPr lang="en-US"/>
        </a:p>
      </dgm:t>
    </dgm:pt>
    <dgm:pt modelId="{E8D240D1-BD4D-4A5C-9B3C-A2B16EFB37B5}" type="sibTrans" cxnId="{6ECABBB9-1C21-497E-96AB-D90B3FC76BF8}">
      <dgm:prSet/>
      <dgm:spPr/>
      <dgm:t>
        <a:bodyPr/>
        <a:lstStyle/>
        <a:p>
          <a:endParaRPr lang="en-US"/>
        </a:p>
      </dgm:t>
    </dgm:pt>
    <dgm:pt modelId="{09FF5C7C-3118-4BC6-8416-DDE56CA4FCD7}">
      <dgm:prSet/>
      <dgm:spPr/>
      <dgm:t>
        <a:bodyPr/>
        <a:lstStyle/>
        <a:p>
          <a:r>
            <a:rPr lang="en-US"/>
            <a:t>• Personalized recommendations.</a:t>
          </a:r>
        </a:p>
      </dgm:t>
    </dgm:pt>
    <dgm:pt modelId="{616DF398-DF95-4CA5-A370-1F4BB35275B3}" type="parTrans" cxnId="{863CB40D-0A39-4E18-9F68-07D5B4BBF233}">
      <dgm:prSet/>
      <dgm:spPr/>
      <dgm:t>
        <a:bodyPr/>
        <a:lstStyle/>
        <a:p>
          <a:endParaRPr lang="en-US"/>
        </a:p>
      </dgm:t>
    </dgm:pt>
    <dgm:pt modelId="{4CE34083-9CAB-48BC-82A7-D2A9E4F99171}" type="sibTrans" cxnId="{863CB40D-0A39-4E18-9F68-07D5B4BBF233}">
      <dgm:prSet/>
      <dgm:spPr/>
      <dgm:t>
        <a:bodyPr/>
        <a:lstStyle/>
        <a:p>
          <a:endParaRPr lang="en-US"/>
        </a:p>
      </dgm:t>
    </dgm:pt>
    <dgm:pt modelId="{C84ABFD3-2FA2-49B3-8F68-0EC4A1EF514D}" type="pres">
      <dgm:prSet presAssocID="{8C0F011C-1AD1-461D-BDFB-DD7AC3AB8DA4}" presName="root" presStyleCnt="0">
        <dgm:presLayoutVars>
          <dgm:dir/>
          <dgm:resizeHandles val="exact"/>
        </dgm:presLayoutVars>
      </dgm:prSet>
      <dgm:spPr/>
    </dgm:pt>
    <dgm:pt modelId="{65E0C895-BEDD-4D56-AA41-4BACF5540B36}" type="pres">
      <dgm:prSet presAssocID="{F3D9F617-0861-430A-8679-2B6EE5EFD6AF}" presName="compNode" presStyleCnt="0"/>
      <dgm:spPr/>
    </dgm:pt>
    <dgm:pt modelId="{95B7AD44-3163-48D7-9FEE-C4B0FC3D5F4A}" type="pres">
      <dgm:prSet presAssocID="{F3D9F617-0861-430A-8679-2B6EE5EFD6AF}" presName="bgRect" presStyleLbl="bgShp" presStyleIdx="0" presStyleCnt="5"/>
      <dgm:spPr/>
    </dgm:pt>
    <dgm:pt modelId="{CC432A2B-765D-4C1E-9C84-59F653F17DF2}" type="pres">
      <dgm:prSet presAssocID="{F3D9F617-0861-430A-8679-2B6EE5EFD6AF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peat"/>
        </a:ext>
      </dgm:extLst>
    </dgm:pt>
    <dgm:pt modelId="{E8A94ADD-1846-4A00-B0DB-8FBB75E6DFD4}" type="pres">
      <dgm:prSet presAssocID="{F3D9F617-0861-430A-8679-2B6EE5EFD6AF}" presName="spaceRect" presStyleCnt="0"/>
      <dgm:spPr/>
    </dgm:pt>
    <dgm:pt modelId="{AD9C8090-E565-49BE-B5E2-7BD1BFD874D6}" type="pres">
      <dgm:prSet presAssocID="{F3D9F617-0861-430A-8679-2B6EE5EFD6AF}" presName="parTx" presStyleLbl="revTx" presStyleIdx="0" presStyleCnt="6">
        <dgm:presLayoutVars>
          <dgm:chMax val="0"/>
          <dgm:chPref val="0"/>
        </dgm:presLayoutVars>
      </dgm:prSet>
      <dgm:spPr/>
    </dgm:pt>
    <dgm:pt modelId="{99068A67-A61D-4DF5-A83E-4BECE2E85259}" type="pres">
      <dgm:prSet presAssocID="{153C8733-7199-4809-941B-3525D05C08A1}" presName="sibTrans" presStyleCnt="0"/>
      <dgm:spPr/>
    </dgm:pt>
    <dgm:pt modelId="{599F017F-108E-4BD2-A02E-A820EFDC60D9}" type="pres">
      <dgm:prSet presAssocID="{FA2CC1C9-6585-4CCE-8FD1-7B4D1F7948A4}" presName="compNode" presStyleCnt="0"/>
      <dgm:spPr/>
    </dgm:pt>
    <dgm:pt modelId="{47C7B5D5-BD0B-476A-9D20-194463668BC8}" type="pres">
      <dgm:prSet presAssocID="{FA2CC1C9-6585-4CCE-8FD1-7B4D1F7948A4}" presName="bgRect" presStyleLbl="bgShp" presStyleIdx="1" presStyleCnt="5"/>
      <dgm:spPr/>
    </dgm:pt>
    <dgm:pt modelId="{961FE44B-F844-47AB-B49C-60B84E25CD74}" type="pres">
      <dgm:prSet presAssocID="{FA2CC1C9-6585-4CCE-8FD1-7B4D1F7948A4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hare With Person"/>
        </a:ext>
      </dgm:extLst>
    </dgm:pt>
    <dgm:pt modelId="{65FD6CC1-704C-45C4-8683-329F49BEA5A0}" type="pres">
      <dgm:prSet presAssocID="{FA2CC1C9-6585-4CCE-8FD1-7B4D1F7948A4}" presName="spaceRect" presStyleCnt="0"/>
      <dgm:spPr/>
    </dgm:pt>
    <dgm:pt modelId="{68B20C83-9206-4F4A-9EC1-2C72D6B372F7}" type="pres">
      <dgm:prSet presAssocID="{FA2CC1C9-6585-4CCE-8FD1-7B4D1F7948A4}" presName="parTx" presStyleLbl="revTx" presStyleIdx="1" presStyleCnt="6">
        <dgm:presLayoutVars>
          <dgm:chMax val="0"/>
          <dgm:chPref val="0"/>
        </dgm:presLayoutVars>
      </dgm:prSet>
      <dgm:spPr/>
    </dgm:pt>
    <dgm:pt modelId="{760A1D9D-8F10-4121-9D6A-8CCD79C82B9C}" type="pres">
      <dgm:prSet presAssocID="{E6E9FC0A-A2C7-4613-8175-303DBBBD8547}" presName="sibTrans" presStyleCnt="0"/>
      <dgm:spPr/>
    </dgm:pt>
    <dgm:pt modelId="{EA471296-0EA5-432A-ACD5-617263641EC1}" type="pres">
      <dgm:prSet presAssocID="{2FA0E29B-C330-4C78-812A-ED9EC1509098}" presName="compNode" presStyleCnt="0"/>
      <dgm:spPr/>
    </dgm:pt>
    <dgm:pt modelId="{FB12DF95-A666-4234-B48D-59E3CBB704F7}" type="pres">
      <dgm:prSet presAssocID="{2FA0E29B-C330-4C78-812A-ED9EC1509098}" presName="bgRect" presStyleLbl="bgShp" presStyleIdx="2" presStyleCnt="5"/>
      <dgm:spPr/>
    </dgm:pt>
    <dgm:pt modelId="{79359763-4973-421F-BD17-DF0679F42FC9}" type="pres">
      <dgm:prSet presAssocID="{2FA0E29B-C330-4C78-812A-ED9EC1509098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ghtbulb"/>
        </a:ext>
      </dgm:extLst>
    </dgm:pt>
    <dgm:pt modelId="{007EE55E-3392-49AD-A343-0B6C86BD483F}" type="pres">
      <dgm:prSet presAssocID="{2FA0E29B-C330-4C78-812A-ED9EC1509098}" presName="spaceRect" presStyleCnt="0"/>
      <dgm:spPr/>
    </dgm:pt>
    <dgm:pt modelId="{8D2F9D00-9F8A-49BD-9619-FA724368DCDA}" type="pres">
      <dgm:prSet presAssocID="{2FA0E29B-C330-4C78-812A-ED9EC1509098}" presName="parTx" presStyleLbl="revTx" presStyleIdx="2" presStyleCnt="6">
        <dgm:presLayoutVars>
          <dgm:chMax val="0"/>
          <dgm:chPref val="0"/>
        </dgm:presLayoutVars>
      </dgm:prSet>
      <dgm:spPr/>
    </dgm:pt>
    <dgm:pt modelId="{03B6C074-26D2-412B-89C8-34989BF6B65A}" type="pres">
      <dgm:prSet presAssocID="{922C6FC3-37D6-4941-86B6-131864F39E39}" presName="sibTrans" presStyleCnt="0"/>
      <dgm:spPr/>
    </dgm:pt>
    <dgm:pt modelId="{B39970C3-9BF2-4611-857D-31AD129681E3}" type="pres">
      <dgm:prSet presAssocID="{005A3A28-BEE9-43B1-8E59-6050913727EE}" presName="compNode" presStyleCnt="0"/>
      <dgm:spPr/>
    </dgm:pt>
    <dgm:pt modelId="{09DDD9B3-3D6D-468C-97C4-F14A3600E11E}" type="pres">
      <dgm:prSet presAssocID="{005A3A28-BEE9-43B1-8E59-6050913727EE}" presName="bgRect" presStyleLbl="bgShp" presStyleIdx="3" presStyleCnt="5"/>
      <dgm:spPr/>
    </dgm:pt>
    <dgm:pt modelId="{ABEA5D76-9A1C-448F-AF94-B246C7013BA2}" type="pres">
      <dgm:prSet presAssocID="{005A3A28-BEE9-43B1-8E59-6050913727EE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oup Success"/>
        </a:ext>
      </dgm:extLst>
    </dgm:pt>
    <dgm:pt modelId="{243BF1BB-03CE-4757-A598-308D0A52020B}" type="pres">
      <dgm:prSet presAssocID="{005A3A28-BEE9-43B1-8E59-6050913727EE}" presName="spaceRect" presStyleCnt="0"/>
      <dgm:spPr/>
    </dgm:pt>
    <dgm:pt modelId="{6C1A7C1D-EB7D-4546-B5D5-781F7D8425B8}" type="pres">
      <dgm:prSet presAssocID="{005A3A28-BEE9-43B1-8E59-6050913727EE}" presName="parTx" presStyleLbl="revTx" presStyleIdx="3" presStyleCnt="6">
        <dgm:presLayoutVars>
          <dgm:chMax val="0"/>
          <dgm:chPref val="0"/>
        </dgm:presLayoutVars>
      </dgm:prSet>
      <dgm:spPr/>
    </dgm:pt>
    <dgm:pt modelId="{8D8B1C0A-44BE-453B-84D8-E4AFEC01FE7E}" type="pres">
      <dgm:prSet presAssocID="{5FBFD686-77CD-4E2F-A74D-4EBB0AEB857E}" presName="sibTrans" presStyleCnt="0"/>
      <dgm:spPr/>
    </dgm:pt>
    <dgm:pt modelId="{7196C08D-3A5B-4FBD-98A0-5BCE5F88C4C8}" type="pres">
      <dgm:prSet presAssocID="{C3A3078E-EFC2-42F0-A9A0-AD6B16207AF1}" presName="compNode" presStyleCnt="0"/>
      <dgm:spPr/>
    </dgm:pt>
    <dgm:pt modelId="{60B278AE-2A42-4111-B6DA-7A9208C4314D}" type="pres">
      <dgm:prSet presAssocID="{C3A3078E-EFC2-42F0-A9A0-AD6B16207AF1}" presName="bgRect" presStyleLbl="bgShp" presStyleIdx="4" presStyleCnt="5"/>
      <dgm:spPr/>
    </dgm:pt>
    <dgm:pt modelId="{3665AAAF-0D18-4A86-8A17-943320F82C04}" type="pres">
      <dgm:prSet presAssocID="{C3A3078E-EFC2-42F0-A9A0-AD6B16207AF1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nvelope"/>
        </a:ext>
      </dgm:extLst>
    </dgm:pt>
    <dgm:pt modelId="{9D97EAB9-E7C6-4387-9C32-437F2685A442}" type="pres">
      <dgm:prSet presAssocID="{C3A3078E-EFC2-42F0-A9A0-AD6B16207AF1}" presName="spaceRect" presStyleCnt="0"/>
      <dgm:spPr/>
    </dgm:pt>
    <dgm:pt modelId="{0189F449-885C-4292-AF33-6DAA38F41D03}" type="pres">
      <dgm:prSet presAssocID="{C3A3078E-EFC2-42F0-A9A0-AD6B16207AF1}" presName="parTx" presStyleLbl="revTx" presStyleIdx="4" presStyleCnt="6">
        <dgm:presLayoutVars>
          <dgm:chMax val="0"/>
          <dgm:chPref val="0"/>
        </dgm:presLayoutVars>
      </dgm:prSet>
      <dgm:spPr/>
    </dgm:pt>
    <dgm:pt modelId="{6746293F-1B90-4C87-954F-BCBF252988F4}" type="pres">
      <dgm:prSet presAssocID="{C3A3078E-EFC2-42F0-A9A0-AD6B16207AF1}" presName="desTx" presStyleLbl="revTx" presStyleIdx="5" presStyleCnt="6">
        <dgm:presLayoutVars/>
      </dgm:prSet>
      <dgm:spPr/>
    </dgm:pt>
  </dgm:ptLst>
  <dgm:cxnLst>
    <dgm:cxn modelId="{AA36A600-F4A4-4B39-9F7E-011AA78D8D39}" type="presOf" srcId="{C3A3078E-EFC2-42F0-A9A0-AD6B16207AF1}" destId="{0189F449-885C-4292-AF33-6DAA38F41D03}" srcOrd="0" destOrd="0" presId="urn:microsoft.com/office/officeart/2018/2/layout/IconVerticalSolidList"/>
    <dgm:cxn modelId="{863CB40D-0A39-4E18-9F68-07D5B4BBF233}" srcId="{C3A3078E-EFC2-42F0-A9A0-AD6B16207AF1}" destId="{09FF5C7C-3118-4BC6-8416-DDE56CA4FCD7}" srcOrd="2" destOrd="0" parTransId="{616DF398-DF95-4CA5-A370-1F4BB35275B3}" sibTransId="{4CE34083-9CAB-48BC-82A7-D2A9E4F99171}"/>
    <dgm:cxn modelId="{AFFCA830-8C06-4CCF-BEB7-2FAB2B57B26D}" srcId="{8C0F011C-1AD1-461D-BDFB-DD7AC3AB8DA4}" destId="{2FA0E29B-C330-4C78-812A-ED9EC1509098}" srcOrd="2" destOrd="0" parTransId="{89902FF2-5319-4D8E-8954-4044582880B1}" sibTransId="{922C6FC3-37D6-4941-86B6-131864F39E39}"/>
    <dgm:cxn modelId="{9EBBBA5E-F27B-4229-9B13-B511A2B7E146}" srcId="{8C0F011C-1AD1-461D-BDFB-DD7AC3AB8DA4}" destId="{C3A3078E-EFC2-42F0-A9A0-AD6B16207AF1}" srcOrd="4" destOrd="0" parTransId="{927CD7DB-667E-4D7D-926C-2C285FC00B31}" sibTransId="{CECA8C33-2655-498B-9EAE-94DB7F41C1FC}"/>
    <dgm:cxn modelId="{2DB0286E-FB9E-4F27-B119-6387D107447C}" srcId="{8C0F011C-1AD1-461D-BDFB-DD7AC3AB8DA4}" destId="{FA2CC1C9-6585-4CCE-8FD1-7B4D1F7948A4}" srcOrd="1" destOrd="0" parTransId="{1C8CB6F9-2DF7-4D28-B938-6400C17E3762}" sibTransId="{E6E9FC0A-A2C7-4613-8175-303DBBBD8547}"/>
    <dgm:cxn modelId="{7D93BE79-97F4-48F5-A981-620206101900}" type="presOf" srcId="{09FF5C7C-3118-4BC6-8416-DDE56CA4FCD7}" destId="{6746293F-1B90-4C87-954F-BCBF252988F4}" srcOrd="0" destOrd="2" presId="urn:microsoft.com/office/officeart/2018/2/layout/IconVerticalSolidList"/>
    <dgm:cxn modelId="{3D350A84-8D18-4BC7-878F-EF59596C57E7}" type="presOf" srcId="{09360847-9442-4886-9895-7216B5472742}" destId="{6746293F-1B90-4C87-954F-BCBF252988F4}" srcOrd="0" destOrd="0" presId="urn:microsoft.com/office/officeart/2018/2/layout/IconVerticalSolidList"/>
    <dgm:cxn modelId="{7ED7B78F-A8F8-4A13-B075-B0FBA46FFDD5}" srcId="{8C0F011C-1AD1-461D-BDFB-DD7AC3AB8DA4}" destId="{F3D9F617-0861-430A-8679-2B6EE5EFD6AF}" srcOrd="0" destOrd="0" parTransId="{30FA5D2C-5911-4845-BD3C-09F0B0565F06}" sibTransId="{153C8733-7199-4809-941B-3525D05C08A1}"/>
    <dgm:cxn modelId="{B99F7195-824E-4D43-A4C3-DA88D5DAF36B}" type="presOf" srcId="{0FED88AA-80FC-46F2-A5F7-BC57BE32CEE0}" destId="{6746293F-1B90-4C87-954F-BCBF252988F4}" srcOrd="0" destOrd="1" presId="urn:microsoft.com/office/officeart/2018/2/layout/IconVerticalSolidList"/>
    <dgm:cxn modelId="{AA37CAAB-55A8-429A-B791-B322DF75A440}" type="presOf" srcId="{FA2CC1C9-6585-4CCE-8FD1-7B4D1F7948A4}" destId="{68B20C83-9206-4F4A-9EC1-2C72D6B372F7}" srcOrd="0" destOrd="0" presId="urn:microsoft.com/office/officeart/2018/2/layout/IconVerticalSolidList"/>
    <dgm:cxn modelId="{6ECABBB9-1C21-497E-96AB-D90B3FC76BF8}" srcId="{C3A3078E-EFC2-42F0-A9A0-AD6B16207AF1}" destId="{0FED88AA-80FC-46F2-A5F7-BC57BE32CEE0}" srcOrd="1" destOrd="0" parTransId="{6C950D79-9557-4D44-93BE-FF9B2D16FF56}" sibTransId="{E8D240D1-BD4D-4A5C-9B3C-A2B16EFB37B5}"/>
    <dgm:cxn modelId="{A7BC84BA-AABC-401E-9D85-F826E4E4F83B}" type="presOf" srcId="{8C0F011C-1AD1-461D-BDFB-DD7AC3AB8DA4}" destId="{C84ABFD3-2FA2-49B3-8F68-0EC4A1EF514D}" srcOrd="0" destOrd="0" presId="urn:microsoft.com/office/officeart/2018/2/layout/IconVerticalSolidList"/>
    <dgm:cxn modelId="{9D5ADCCB-AD48-421E-B36B-E0F1131FB4D2}" type="presOf" srcId="{F3D9F617-0861-430A-8679-2B6EE5EFD6AF}" destId="{AD9C8090-E565-49BE-B5E2-7BD1BFD874D6}" srcOrd="0" destOrd="0" presId="urn:microsoft.com/office/officeart/2018/2/layout/IconVerticalSolidList"/>
    <dgm:cxn modelId="{35EEADCD-7792-4A30-98A9-4D83FECE5FE7}" type="presOf" srcId="{2FA0E29B-C330-4C78-812A-ED9EC1509098}" destId="{8D2F9D00-9F8A-49BD-9619-FA724368DCDA}" srcOrd="0" destOrd="0" presId="urn:microsoft.com/office/officeart/2018/2/layout/IconVerticalSolidList"/>
    <dgm:cxn modelId="{06878CEC-01A7-4FB9-8B00-AC24DACE6C87}" type="presOf" srcId="{005A3A28-BEE9-43B1-8E59-6050913727EE}" destId="{6C1A7C1D-EB7D-4546-B5D5-781F7D8425B8}" srcOrd="0" destOrd="0" presId="urn:microsoft.com/office/officeart/2018/2/layout/IconVerticalSolidList"/>
    <dgm:cxn modelId="{C52993EC-EF88-45DD-8964-6BE4C0ABEC53}" srcId="{8C0F011C-1AD1-461D-BDFB-DD7AC3AB8DA4}" destId="{005A3A28-BEE9-43B1-8E59-6050913727EE}" srcOrd="3" destOrd="0" parTransId="{9DB4E3AD-0562-4AA2-9AE7-5F6C8FEA2A53}" sibTransId="{5FBFD686-77CD-4E2F-A74D-4EBB0AEB857E}"/>
    <dgm:cxn modelId="{AC26D4F9-CDE7-48BA-8660-5F32226B417B}" srcId="{C3A3078E-EFC2-42F0-A9A0-AD6B16207AF1}" destId="{09360847-9442-4886-9895-7216B5472742}" srcOrd="0" destOrd="0" parTransId="{373A5967-2FCE-4364-9EF0-A062276EBC5B}" sibTransId="{2001A014-1259-43BF-BBC3-142324AD08BF}"/>
    <dgm:cxn modelId="{3A1F8800-CC13-4792-B3EC-DB9785389E32}" type="presParOf" srcId="{C84ABFD3-2FA2-49B3-8F68-0EC4A1EF514D}" destId="{65E0C895-BEDD-4D56-AA41-4BACF5540B36}" srcOrd="0" destOrd="0" presId="urn:microsoft.com/office/officeart/2018/2/layout/IconVerticalSolidList"/>
    <dgm:cxn modelId="{F30912D8-490A-4318-8A70-9E1CB55CDA13}" type="presParOf" srcId="{65E0C895-BEDD-4D56-AA41-4BACF5540B36}" destId="{95B7AD44-3163-48D7-9FEE-C4B0FC3D5F4A}" srcOrd="0" destOrd="0" presId="urn:microsoft.com/office/officeart/2018/2/layout/IconVerticalSolidList"/>
    <dgm:cxn modelId="{49893C38-20E4-4992-94BE-A8D4C78BF62A}" type="presParOf" srcId="{65E0C895-BEDD-4D56-AA41-4BACF5540B36}" destId="{CC432A2B-765D-4C1E-9C84-59F653F17DF2}" srcOrd="1" destOrd="0" presId="urn:microsoft.com/office/officeart/2018/2/layout/IconVerticalSolidList"/>
    <dgm:cxn modelId="{C61E8C8B-5D94-48FD-B903-5D195B71820B}" type="presParOf" srcId="{65E0C895-BEDD-4D56-AA41-4BACF5540B36}" destId="{E8A94ADD-1846-4A00-B0DB-8FBB75E6DFD4}" srcOrd="2" destOrd="0" presId="urn:microsoft.com/office/officeart/2018/2/layout/IconVerticalSolidList"/>
    <dgm:cxn modelId="{517C87D6-E947-4B9E-AA3A-1796FA89EE04}" type="presParOf" srcId="{65E0C895-BEDD-4D56-AA41-4BACF5540B36}" destId="{AD9C8090-E565-49BE-B5E2-7BD1BFD874D6}" srcOrd="3" destOrd="0" presId="urn:microsoft.com/office/officeart/2018/2/layout/IconVerticalSolidList"/>
    <dgm:cxn modelId="{8BF3A24B-CBB8-463C-9E36-BDD3B41F7F6C}" type="presParOf" srcId="{C84ABFD3-2FA2-49B3-8F68-0EC4A1EF514D}" destId="{99068A67-A61D-4DF5-A83E-4BECE2E85259}" srcOrd="1" destOrd="0" presId="urn:microsoft.com/office/officeart/2018/2/layout/IconVerticalSolidList"/>
    <dgm:cxn modelId="{BB72E3EA-21EA-45BB-B710-9318E5789734}" type="presParOf" srcId="{C84ABFD3-2FA2-49B3-8F68-0EC4A1EF514D}" destId="{599F017F-108E-4BD2-A02E-A820EFDC60D9}" srcOrd="2" destOrd="0" presId="urn:microsoft.com/office/officeart/2018/2/layout/IconVerticalSolidList"/>
    <dgm:cxn modelId="{F399B45E-6846-4E43-935C-AC5D2160D185}" type="presParOf" srcId="{599F017F-108E-4BD2-A02E-A820EFDC60D9}" destId="{47C7B5D5-BD0B-476A-9D20-194463668BC8}" srcOrd="0" destOrd="0" presId="urn:microsoft.com/office/officeart/2018/2/layout/IconVerticalSolidList"/>
    <dgm:cxn modelId="{28D606D8-8070-45BB-A599-2414B692DAFC}" type="presParOf" srcId="{599F017F-108E-4BD2-A02E-A820EFDC60D9}" destId="{961FE44B-F844-47AB-B49C-60B84E25CD74}" srcOrd="1" destOrd="0" presId="urn:microsoft.com/office/officeart/2018/2/layout/IconVerticalSolidList"/>
    <dgm:cxn modelId="{B999D435-9380-45DC-820A-A09693D038C9}" type="presParOf" srcId="{599F017F-108E-4BD2-A02E-A820EFDC60D9}" destId="{65FD6CC1-704C-45C4-8683-329F49BEA5A0}" srcOrd="2" destOrd="0" presId="urn:microsoft.com/office/officeart/2018/2/layout/IconVerticalSolidList"/>
    <dgm:cxn modelId="{3C6A4690-B015-4D8B-86CA-86C5995B7243}" type="presParOf" srcId="{599F017F-108E-4BD2-A02E-A820EFDC60D9}" destId="{68B20C83-9206-4F4A-9EC1-2C72D6B372F7}" srcOrd="3" destOrd="0" presId="urn:microsoft.com/office/officeart/2018/2/layout/IconVerticalSolidList"/>
    <dgm:cxn modelId="{F835FE56-2624-4F6D-9592-CF7E3569D146}" type="presParOf" srcId="{C84ABFD3-2FA2-49B3-8F68-0EC4A1EF514D}" destId="{760A1D9D-8F10-4121-9D6A-8CCD79C82B9C}" srcOrd="3" destOrd="0" presId="urn:microsoft.com/office/officeart/2018/2/layout/IconVerticalSolidList"/>
    <dgm:cxn modelId="{D63A70AD-DAD4-4B0B-835B-53C11B82998A}" type="presParOf" srcId="{C84ABFD3-2FA2-49B3-8F68-0EC4A1EF514D}" destId="{EA471296-0EA5-432A-ACD5-617263641EC1}" srcOrd="4" destOrd="0" presId="urn:microsoft.com/office/officeart/2018/2/layout/IconVerticalSolidList"/>
    <dgm:cxn modelId="{5AB3DB4E-51D4-4382-92F8-3438CD4CB193}" type="presParOf" srcId="{EA471296-0EA5-432A-ACD5-617263641EC1}" destId="{FB12DF95-A666-4234-B48D-59E3CBB704F7}" srcOrd="0" destOrd="0" presId="urn:microsoft.com/office/officeart/2018/2/layout/IconVerticalSolidList"/>
    <dgm:cxn modelId="{69C226E5-79E4-49A5-9CCD-D841799464CF}" type="presParOf" srcId="{EA471296-0EA5-432A-ACD5-617263641EC1}" destId="{79359763-4973-421F-BD17-DF0679F42FC9}" srcOrd="1" destOrd="0" presId="urn:microsoft.com/office/officeart/2018/2/layout/IconVerticalSolidList"/>
    <dgm:cxn modelId="{850544AD-6FE4-41A8-916F-A3A5B7915296}" type="presParOf" srcId="{EA471296-0EA5-432A-ACD5-617263641EC1}" destId="{007EE55E-3392-49AD-A343-0B6C86BD483F}" srcOrd="2" destOrd="0" presId="urn:microsoft.com/office/officeart/2018/2/layout/IconVerticalSolidList"/>
    <dgm:cxn modelId="{B0A71016-7030-4F64-87C3-D3F4C95232E3}" type="presParOf" srcId="{EA471296-0EA5-432A-ACD5-617263641EC1}" destId="{8D2F9D00-9F8A-49BD-9619-FA724368DCDA}" srcOrd="3" destOrd="0" presId="urn:microsoft.com/office/officeart/2018/2/layout/IconVerticalSolidList"/>
    <dgm:cxn modelId="{C42E8453-EB0E-4323-A211-FD435F6C678C}" type="presParOf" srcId="{C84ABFD3-2FA2-49B3-8F68-0EC4A1EF514D}" destId="{03B6C074-26D2-412B-89C8-34989BF6B65A}" srcOrd="5" destOrd="0" presId="urn:microsoft.com/office/officeart/2018/2/layout/IconVerticalSolidList"/>
    <dgm:cxn modelId="{FAB82A25-7C6B-4275-B7F7-D9D1FD48AC48}" type="presParOf" srcId="{C84ABFD3-2FA2-49B3-8F68-0EC4A1EF514D}" destId="{B39970C3-9BF2-4611-857D-31AD129681E3}" srcOrd="6" destOrd="0" presId="urn:microsoft.com/office/officeart/2018/2/layout/IconVerticalSolidList"/>
    <dgm:cxn modelId="{91538756-BA89-499D-97F1-CF3FD4D89E9F}" type="presParOf" srcId="{B39970C3-9BF2-4611-857D-31AD129681E3}" destId="{09DDD9B3-3D6D-468C-97C4-F14A3600E11E}" srcOrd="0" destOrd="0" presId="urn:microsoft.com/office/officeart/2018/2/layout/IconVerticalSolidList"/>
    <dgm:cxn modelId="{6F168AF9-FAC9-4D86-A39C-734630F36C2E}" type="presParOf" srcId="{B39970C3-9BF2-4611-857D-31AD129681E3}" destId="{ABEA5D76-9A1C-448F-AF94-B246C7013BA2}" srcOrd="1" destOrd="0" presId="urn:microsoft.com/office/officeart/2018/2/layout/IconVerticalSolidList"/>
    <dgm:cxn modelId="{17892AFC-E8CE-4688-922A-9FED656499AB}" type="presParOf" srcId="{B39970C3-9BF2-4611-857D-31AD129681E3}" destId="{243BF1BB-03CE-4757-A598-308D0A52020B}" srcOrd="2" destOrd="0" presId="urn:microsoft.com/office/officeart/2018/2/layout/IconVerticalSolidList"/>
    <dgm:cxn modelId="{66DF9583-7CED-4D40-82B1-6790811C11E9}" type="presParOf" srcId="{B39970C3-9BF2-4611-857D-31AD129681E3}" destId="{6C1A7C1D-EB7D-4546-B5D5-781F7D8425B8}" srcOrd="3" destOrd="0" presId="urn:microsoft.com/office/officeart/2018/2/layout/IconVerticalSolidList"/>
    <dgm:cxn modelId="{A3930E27-D0C8-4ADD-9B59-1FBFE053E9E1}" type="presParOf" srcId="{C84ABFD3-2FA2-49B3-8F68-0EC4A1EF514D}" destId="{8D8B1C0A-44BE-453B-84D8-E4AFEC01FE7E}" srcOrd="7" destOrd="0" presId="urn:microsoft.com/office/officeart/2018/2/layout/IconVerticalSolidList"/>
    <dgm:cxn modelId="{7CADF250-2012-4A2F-9A98-E642DC4FAA9C}" type="presParOf" srcId="{C84ABFD3-2FA2-49B3-8F68-0EC4A1EF514D}" destId="{7196C08D-3A5B-4FBD-98A0-5BCE5F88C4C8}" srcOrd="8" destOrd="0" presId="urn:microsoft.com/office/officeart/2018/2/layout/IconVerticalSolidList"/>
    <dgm:cxn modelId="{9C038700-258F-461D-97A7-AFF0435C6A56}" type="presParOf" srcId="{7196C08D-3A5B-4FBD-98A0-5BCE5F88C4C8}" destId="{60B278AE-2A42-4111-B6DA-7A9208C4314D}" srcOrd="0" destOrd="0" presId="urn:microsoft.com/office/officeart/2018/2/layout/IconVerticalSolidList"/>
    <dgm:cxn modelId="{F8E167C3-71D2-49C3-8F0D-428C4DEF3E19}" type="presParOf" srcId="{7196C08D-3A5B-4FBD-98A0-5BCE5F88C4C8}" destId="{3665AAAF-0D18-4A86-8A17-943320F82C04}" srcOrd="1" destOrd="0" presId="urn:microsoft.com/office/officeart/2018/2/layout/IconVerticalSolidList"/>
    <dgm:cxn modelId="{59C3BE69-6C4C-42F5-818A-A2DCCD488F67}" type="presParOf" srcId="{7196C08D-3A5B-4FBD-98A0-5BCE5F88C4C8}" destId="{9D97EAB9-E7C6-4387-9C32-437F2685A442}" srcOrd="2" destOrd="0" presId="urn:microsoft.com/office/officeart/2018/2/layout/IconVerticalSolidList"/>
    <dgm:cxn modelId="{8126FDB8-0FEF-4E19-91F5-0B895901052C}" type="presParOf" srcId="{7196C08D-3A5B-4FBD-98A0-5BCE5F88C4C8}" destId="{0189F449-885C-4292-AF33-6DAA38F41D03}" srcOrd="3" destOrd="0" presId="urn:microsoft.com/office/officeart/2018/2/layout/IconVerticalSolidList"/>
    <dgm:cxn modelId="{2E7EDC0E-5BD2-4C05-AC9D-23E2EE945059}" type="presParOf" srcId="{7196C08D-3A5B-4FBD-98A0-5BCE5F88C4C8}" destId="{6746293F-1B90-4C87-954F-BCBF252988F4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ADBD77F-50DE-4252-B08D-04C611A633A8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F355364E-4DA4-4BED-A99E-C3D193D2E41F}">
      <dgm:prSet/>
      <dgm:spPr/>
      <dgm:t>
        <a:bodyPr/>
        <a:lstStyle/>
        <a:p>
          <a:r>
            <a:rPr lang="en-US"/>
            <a:t>1. Laptop Pro 14" – $3,600</a:t>
          </a:r>
        </a:p>
      </dgm:t>
    </dgm:pt>
    <dgm:pt modelId="{C65BAA7F-CC01-4528-95F9-D568F8F9EB94}" type="parTrans" cxnId="{7B8F0159-F1F0-4174-82C3-F545C2A56BDF}">
      <dgm:prSet/>
      <dgm:spPr/>
      <dgm:t>
        <a:bodyPr/>
        <a:lstStyle/>
        <a:p>
          <a:endParaRPr lang="en-US"/>
        </a:p>
      </dgm:t>
    </dgm:pt>
    <dgm:pt modelId="{24E89456-5198-4CC3-8E2D-1C39984EB404}" type="sibTrans" cxnId="{7B8F0159-F1F0-4174-82C3-F545C2A56BDF}">
      <dgm:prSet/>
      <dgm:spPr/>
      <dgm:t>
        <a:bodyPr/>
        <a:lstStyle/>
        <a:p>
          <a:endParaRPr lang="en-US"/>
        </a:p>
      </dgm:t>
    </dgm:pt>
    <dgm:pt modelId="{2BB1A880-23DC-43F9-8CE9-A60BD97CB359}">
      <dgm:prSet/>
      <dgm:spPr/>
      <dgm:t>
        <a:bodyPr/>
        <a:lstStyle/>
        <a:p>
          <a:r>
            <a:rPr lang="en-US"/>
            <a:t>2. Smartphone X – $1,600</a:t>
          </a:r>
        </a:p>
      </dgm:t>
    </dgm:pt>
    <dgm:pt modelId="{D9B246DF-EF38-4E76-9DE4-C9B659BF52C8}" type="parTrans" cxnId="{AB7483AB-9CBE-4545-A31A-250B7F22ECB8}">
      <dgm:prSet/>
      <dgm:spPr/>
      <dgm:t>
        <a:bodyPr/>
        <a:lstStyle/>
        <a:p>
          <a:endParaRPr lang="en-US"/>
        </a:p>
      </dgm:t>
    </dgm:pt>
    <dgm:pt modelId="{4845599D-6D59-443A-BBF0-3D453D35A0E9}" type="sibTrans" cxnId="{AB7483AB-9CBE-4545-A31A-250B7F22ECB8}">
      <dgm:prSet/>
      <dgm:spPr/>
      <dgm:t>
        <a:bodyPr/>
        <a:lstStyle/>
        <a:p>
          <a:endParaRPr lang="en-US"/>
        </a:p>
      </dgm:t>
    </dgm:pt>
    <dgm:pt modelId="{3840C987-5E4C-4E93-93DB-4C9EA109D582}">
      <dgm:prSet/>
      <dgm:spPr/>
      <dgm:t>
        <a:bodyPr/>
        <a:lstStyle/>
        <a:p>
          <a:r>
            <a:rPr lang="en-US"/>
            <a:t>3. Laptop Air 13" – $1,100</a:t>
          </a:r>
        </a:p>
      </dgm:t>
    </dgm:pt>
    <dgm:pt modelId="{F5EFB41D-2E8D-46C1-A6C8-EBA2629C14E5}" type="parTrans" cxnId="{10576BAF-3D37-4059-93F2-13269F5597C6}">
      <dgm:prSet/>
      <dgm:spPr/>
      <dgm:t>
        <a:bodyPr/>
        <a:lstStyle/>
        <a:p>
          <a:endParaRPr lang="en-US"/>
        </a:p>
      </dgm:t>
    </dgm:pt>
    <dgm:pt modelId="{EF7EDCE4-4BE9-4B71-B615-FCE21EE6A3D7}" type="sibTrans" cxnId="{10576BAF-3D37-4059-93F2-13269F5597C6}">
      <dgm:prSet/>
      <dgm:spPr/>
      <dgm:t>
        <a:bodyPr/>
        <a:lstStyle/>
        <a:p>
          <a:endParaRPr lang="en-US"/>
        </a:p>
      </dgm:t>
    </dgm:pt>
    <dgm:pt modelId="{AAAD85F4-F462-4155-8D3B-5F085A70645D}">
      <dgm:prSet/>
      <dgm:spPr/>
      <dgm:t>
        <a:bodyPr/>
        <a:lstStyle/>
        <a:p>
          <a:r>
            <a:rPr lang="en-US"/>
            <a:t>4. Smartphone Y – $850</a:t>
          </a:r>
        </a:p>
      </dgm:t>
    </dgm:pt>
    <dgm:pt modelId="{81AFCD92-A73B-4E70-A60D-D663223FF908}" type="parTrans" cxnId="{91C38389-2412-4095-A15C-9D329E2526BE}">
      <dgm:prSet/>
      <dgm:spPr/>
      <dgm:t>
        <a:bodyPr/>
        <a:lstStyle/>
        <a:p>
          <a:endParaRPr lang="en-US"/>
        </a:p>
      </dgm:t>
    </dgm:pt>
    <dgm:pt modelId="{C75016BA-3371-434E-AA64-DA7E88C62FDD}" type="sibTrans" cxnId="{91C38389-2412-4095-A15C-9D329E2526BE}">
      <dgm:prSet/>
      <dgm:spPr/>
      <dgm:t>
        <a:bodyPr/>
        <a:lstStyle/>
        <a:p>
          <a:endParaRPr lang="en-US"/>
        </a:p>
      </dgm:t>
    </dgm:pt>
    <dgm:pt modelId="{6FF5C3A2-CE25-4F66-A185-4958C3A0D3CC}">
      <dgm:prSet/>
      <dgm:spPr/>
      <dgm:t>
        <a:bodyPr/>
        <a:lstStyle/>
        <a:p>
          <a:r>
            <a:rPr lang="en-US"/>
            <a:t>5. Office Chair – $800</a:t>
          </a:r>
        </a:p>
      </dgm:t>
    </dgm:pt>
    <dgm:pt modelId="{2DB27643-D629-4641-A1D7-AE1B6E75B84F}" type="parTrans" cxnId="{567C4796-FCD2-478A-B4DB-773F7C9C5C24}">
      <dgm:prSet/>
      <dgm:spPr/>
      <dgm:t>
        <a:bodyPr/>
        <a:lstStyle/>
        <a:p>
          <a:endParaRPr lang="en-US"/>
        </a:p>
      </dgm:t>
    </dgm:pt>
    <dgm:pt modelId="{4139291B-016D-475F-A48D-7416109979FB}" type="sibTrans" cxnId="{567C4796-FCD2-478A-B4DB-773F7C9C5C24}">
      <dgm:prSet/>
      <dgm:spPr/>
      <dgm:t>
        <a:bodyPr/>
        <a:lstStyle/>
        <a:p>
          <a:endParaRPr lang="en-US"/>
        </a:p>
      </dgm:t>
    </dgm:pt>
    <dgm:pt modelId="{091CB3CA-E3EA-4353-BFB8-9DA9478EC453}">
      <dgm:prSet/>
      <dgm:spPr/>
      <dgm:t>
        <a:bodyPr/>
        <a:lstStyle/>
        <a:p>
          <a:r>
            <a:rPr lang="en-US"/>
            <a:t>Insights:</a:t>
          </a:r>
        </a:p>
      </dgm:t>
    </dgm:pt>
    <dgm:pt modelId="{62BCF335-CD40-4DEF-9074-514CEBE3C447}" type="parTrans" cxnId="{407E2638-E4AF-4017-AB4B-6E4A7568533C}">
      <dgm:prSet/>
      <dgm:spPr/>
      <dgm:t>
        <a:bodyPr/>
        <a:lstStyle/>
        <a:p>
          <a:endParaRPr lang="en-US"/>
        </a:p>
      </dgm:t>
    </dgm:pt>
    <dgm:pt modelId="{13206171-66FA-4E69-9692-B13EEA8A18DB}" type="sibTrans" cxnId="{407E2638-E4AF-4017-AB4B-6E4A7568533C}">
      <dgm:prSet/>
      <dgm:spPr/>
      <dgm:t>
        <a:bodyPr/>
        <a:lstStyle/>
        <a:p>
          <a:endParaRPr lang="en-US"/>
        </a:p>
      </dgm:t>
    </dgm:pt>
    <dgm:pt modelId="{BAD45A1F-C271-4103-9BA7-F02AD140D6AF}">
      <dgm:prSet/>
      <dgm:spPr/>
      <dgm:t>
        <a:bodyPr/>
        <a:lstStyle/>
        <a:p>
          <a:r>
            <a:rPr lang="en-US"/>
            <a:t>• High-end electronics dominate revenue.</a:t>
          </a:r>
        </a:p>
      </dgm:t>
    </dgm:pt>
    <dgm:pt modelId="{F7AA1D2B-9A65-4505-BFF6-C5214AE0A4E6}" type="parTrans" cxnId="{F4581B34-2B7E-4642-9395-27155A6DE134}">
      <dgm:prSet/>
      <dgm:spPr/>
      <dgm:t>
        <a:bodyPr/>
        <a:lstStyle/>
        <a:p>
          <a:endParaRPr lang="en-US"/>
        </a:p>
      </dgm:t>
    </dgm:pt>
    <dgm:pt modelId="{43601726-D9D3-4C4B-8EF6-AEFA7E7C54DD}" type="sibTrans" cxnId="{F4581B34-2B7E-4642-9395-27155A6DE134}">
      <dgm:prSet/>
      <dgm:spPr/>
      <dgm:t>
        <a:bodyPr/>
        <a:lstStyle/>
        <a:p>
          <a:endParaRPr lang="en-US"/>
        </a:p>
      </dgm:t>
    </dgm:pt>
    <dgm:pt modelId="{1DC2D8AC-2D15-409B-8B03-54571E6DA113}">
      <dgm:prSet/>
      <dgm:spPr/>
      <dgm:t>
        <a:bodyPr/>
        <a:lstStyle/>
        <a:p>
          <a:r>
            <a:rPr lang="en-US"/>
            <a:t>Recommendations:</a:t>
          </a:r>
        </a:p>
      </dgm:t>
    </dgm:pt>
    <dgm:pt modelId="{2FC85C49-51AA-4EDC-B046-427A9E8EE511}" type="parTrans" cxnId="{C56C0A9C-A07E-4DDE-8746-FE62C37E3BB2}">
      <dgm:prSet/>
      <dgm:spPr/>
      <dgm:t>
        <a:bodyPr/>
        <a:lstStyle/>
        <a:p>
          <a:endParaRPr lang="en-US"/>
        </a:p>
      </dgm:t>
    </dgm:pt>
    <dgm:pt modelId="{B50A13B0-44D3-4D98-8151-0A5D192DE578}" type="sibTrans" cxnId="{C56C0A9C-A07E-4DDE-8746-FE62C37E3BB2}">
      <dgm:prSet/>
      <dgm:spPr/>
      <dgm:t>
        <a:bodyPr/>
        <a:lstStyle/>
        <a:p>
          <a:endParaRPr lang="en-US"/>
        </a:p>
      </dgm:t>
    </dgm:pt>
    <dgm:pt modelId="{F51DDCD8-59F1-4FDD-BBA9-9704F1EF8317}">
      <dgm:prSet/>
      <dgm:spPr/>
      <dgm:t>
        <a:bodyPr/>
        <a:lstStyle/>
        <a:p>
          <a:r>
            <a:rPr lang="en-US"/>
            <a:t>• Increase inventory for top sellers.</a:t>
          </a:r>
        </a:p>
      </dgm:t>
    </dgm:pt>
    <dgm:pt modelId="{96FE7B8E-2F97-49D2-B2E6-6F9158C7AB18}" type="parTrans" cxnId="{9D1A7486-CF60-4098-BE5C-93E3C2663199}">
      <dgm:prSet/>
      <dgm:spPr/>
      <dgm:t>
        <a:bodyPr/>
        <a:lstStyle/>
        <a:p>
          <a:endParaRPr lang="en-US"/>
        </a:p>
      </dgm:t>
    </dgm:pt>
    <dgm:pt modelId="{634C3165-5D9C-49AB-BFB6-FB9BF15F6C06}" type="sibTrans" cxnId="{9D1A7486-CF60-4098-BE5C-93E3C2663199}">
      <dgm:prSet/>
      <dgm:spPr/>
      <dgm:t>
        <a:bodyPr/>
        <a:lstStyle/>
        <a:p>
          <a:endParaRPr lang="en-US"/>
        </a:p>
      </dgm:t>
    </dgm:pt>
    <dgm:pt modelId="{A1084397-773B-4A10-9095-8D1A32909634}">
      <dgm:prSet/>
      <dgm:spPr/>
      <dgm:t>
        <a:bodyPr/>
        <a:lstStyle/>
        <a:p>
          <a:r>
            <a:rPr lang="en-US"/>
            <a:t>• Upsell accessories.</a:t>
          </a:r>
        </a:p>
      </dgm:t>
    </dgm:pt>
    <dgm:pt modelId="{33940253-D85B-43D3-907C-759DA79AAFB9}" type="parTrans" cxnId="{DACF349E-D06B-45E5-A9AF-0F8FA8C42694}">
      <dgm:prSet/>
      <dgm:spPr/>
      <dgm:t>
        <a:bodyPr/>
        <a:lstStyle/>
        <a:p>
          <a:endParaRPr lang="en-US"/>
        </a:p>
      </dgm:t>
    </dgm:pt>
    <dgm:pt modelId="{D864BF00-7E4D-4D42-A965-32DAABAA27BC}" type="sibTrans" cxnId="{DACF349E-D06B-45E5-A9AF-0F8FA8C42694}">
      <dgm:prSet/>
      <dgm:spPr/>
      <dgm:t>
        <a:bodyPr/>
        <a:lstStyle/>
        <a:p>
          <a:endParaRPr lang="en-US"/>
        </a:p>
      </dgm:t>
    </dgm:pt>
    <dgm:pt modelId="{49446954-3E2F-4479-9B06-9FED4DE3F9A3}">
      <dgm:prSet/>
      <dgm:spPr/>
      <dgm:t>
        <a:bodyPr/>
        <a:lstStyle/>
        <a:p>
          <a:r>
            <a:rPr lang="en-US"/>
            <a:t>• Bundle high-demand items.</a:t>
          </a:r>
        </a:p>
      </dgm:t>
    </dgm:pt>
    <dgm:pt modelId="{19F75707-91CA-4A2C-B1CF-B2370ADBCBE6}" type="parTrans" cxnId="{8C748A72-4BB7-4090-9117-8E760DC93F5C}">
      <dgm:prSet/>
      <dgm:spPr/>
      <dgm:t>
        <a:bodyPr/>
        <a:lstStyle/>
        <a:p>
          <a:endParaRPr lang="en-US"/>
        </a:p>
      </dgm:t>
    </dgm:pt>
    <dgm:pt modelId="{A845FE5D-6A8B-417D-9F3E-FE4D602A2DD3}" type="sibTrans" cxnId="{8C748A72-4BB7-4090-9117-8E760DC93F5C}">
      <dgm:prSet/>
      <dgm:spPr/>
      <dgm:t>
        <a:bodyPr/>
        <a:lstStyle/>
        <a:p>
          <a:endParaRPr lang="en-US"/>
        </a:p>
      </dgm:t>
    </dgm:pt>
    <dgm:pt modelId="{4CF22818-ECB8-4F0D-BB1B-BEE542B9B375}" type="pres">
      <dgm:prSet presAssocID="{4ADBD77F-50DE-4252-B08D-04C611A633A8}" presName="linear" presStyleCnt="0">
        <dgm:presLayoutVars>
          <dgm:animLvl val="lvl"/>
          <dgm:resizeHandles val="exact"/>
        </dgm:presLayoutVars>
      </dgm:prSet>
      <dgm:spPr/>
    </dgm:pt>
    <dgm:pt modelId="{0F69B4A3-A847-4493-BD1F-7F95C64A8731}" type="pres">
      <dgm:prSet presAssocID="{F355364E-4DA4-4BED-A99E-C3D193D2E41F}" presName="parentText" presStyleLbl="node1" presStyleIdx="0" presStyleCnt="11">
        <dgm:presLayoutVars>
          <dgm:chMax val="0"/>
          <dgm:bulletEnabled val="1"/>
        </dgm:presLayoutVars>
      </dgm:prSet>
      <dgm:spPr/>
    </dgm:pt>
    <dgm:pt modelId="{BAA4CE2B-6723-4175-A869-9EA85C271BF5}" type="pres">
      <dgm:prSet presAssocID="{24E89456-5198-4CC3-8E2D-1C39984EB404}" presName="spacer" presStyleCnt="0"/>
      <dgm:spPr/>
    </dgm:pt>
    <dgm:pt modelId="{06579D1C-4244-46E4-9371-4A42F0E5F9E7}" type="pres">
      <dgm:prSet presAssocID="{2BB1A880-23DC-43F9-8CE9-A60BD97CB359}" presName="parentText" presStyleLbl="node1" presStyleIdx="1" presStyleCnt="11">
        <dgm:presLayoutVars>
          <dgm:chMax val="0"/>
          <dgm:bulletEnabled val="1"/>
        </dgm:presLayoutVars>
      </dgm:prSet>
      <dgm:spPr/>
    </dgm:pt>
    <dgm:pt modelId="{EBBFD39B-95EF-4E67-806B-CF3230A4E1A9}" type="pres">
      <dgm:prSet presAssocID="{4845599D-6D59-443A-BBF0-3D453D35A0E9}" presName="spacer" presStyleCnt="0"/>
      <dgm:spPr/>
    </dgm:pt>
    <dgm:pt modelId="{58994D73-6847-4A1A-85E3-09E482138D97}" type="pres">
      <dgm:prSet presAssocID="{3840C987-5E4C-4E93-93DB-4C9EA109D582}" presName="parentText" presStyleLbl="node1" presStyleIdx="2" presStyleCnt="11">
        <dgm:presLayoutVars>
          <dgm:chMax val="0"/>
          <dgm:bulletEnabled val="1"/>
        </dgm:presLayoutVars>
      </dgm:prSet>
      <dgm:spPr/>
    </dgm:pt>
    <dgm:pt modelId="{5598CBC9-5770-4A7F-8CE8-8BE4DB12C5BD}" type="pres">
      <dgm:prSet presAssocID="{EF7EDCE4-4BE9-4B71-B615-FCE21EE6A3D7}" presName="spacer" presStyleCnt="0"/>
      <dgm:spPr/>
    </dgm:pt>
    <dgm:pt modelId="{94E8854F-DEA4-40FE-B3BC-EFEB1DB6EC28}" type="pres">
      <dgm:prSet presAssocID="{AAAD85F4-F462-4155-8D3B-5F085A70645D}" presName="parentText" presStyleLbl="node1" presStyleIdx="3" presStyleCnt="11">
        <dgm:presLayoutVars>
          <dgm:chMax val="0"/>
          <dgm:bulletEnabled val="1"/>
        </dgm:presLayoutVars>
      </dgm:prSet>
      <dgm:spPr/>
    </dgm:pt>
    <dgm:pt modelId="{E5F2737C-25DC-41EC-8173-19F9148B30A0}" type="pres">
      <dgm:prSet presAssocID="{C75016BA-3371-434E-AA64-DA7E88C62FDD}" presName="spacer" presStyleCnt="0"/>
      <dgm:spPr/>
    </dgm:pt>
    <dgm:pt modelId="{C558684A-7AE2-4ED6-80E3-5873E4A3E426}" type="pres">
      <dgm:prSet presAssocID="{6FF5C3A2-CE25-4F66-A185-4958C3A0D3CC}" presName="parentText" presStyleLbl="node1" presStyleIdx="4" presStyleCnt="11">
        <dgm:presLayoutVars>
          <dgm:chMax val="0"/>
          <dgm:bulletEnabled val="1"/>
        </dgm:presLayoutVars>
      </dgm:prSet>
      <dgm:spPr/>
    </dgm:pt>
    <dgm:pt modelId="{7CAACF04-271E-46AD-A79E-34DAB3C35B6C}" type="pres">
      <dgm:prSet presAssocID="{4139291B-016D-475F-A48D-7416109979FB}" presName="spacer" presStyleCnt="0"/>
      <dgm:spPr/>
    </dgm:pt>
    <dgm:pt modelId="{2C6AB7F1-B5BE-4E90-9824-F9B6AB1CD1B4}" type="pres">
      <dgm:prSet presAssocID="{091CB3CA-E3EA-4353-BFB8-9DA9478EC453}" presName="parentText" presStyleLbl="node1" presStyleIdx="5" presStyleCnt="11">
        <dgm:presLayoutVars>
          <dgm:chMax val="0"/>
          <dgm:bulletEnabled val="1"/>
        </dgm:presLayoutVars>
      </dgm:prSet>
      <dgm:spPr/>
    </dgm:pt>
    <dgm:pt modelId="{0C098D01-B457-490F-A3C9-08D59EF30E14}" type="pres">
      <dgm:prSet presAssocID="{13206171-66FA-4E69-9692-B13EEA8A18DB}" presName="spacer" presStyleCnt="0"/>
      <dgm:spPr/>
    </dgm:pt>
    <dgm:pt modelId="{D790988D-A1E2-4712-9885-14CC9D6F4882}" type="pres">
      <dgm:prSet presAssocID="{BAD45A1F-C271-4103-9BA7-F02AD140D6AF}" presName="parentText" presStyleLbl="node1" presStyleIdx="6" presStyleCnt="11">
        <dgm:presLayoutVars>
          <dgm:chMax val="0"/>
          <dgm:bulletEnabled val="1"/>
        </dgm:presLayoutVars>
      </dgm:prSet>
      <dgm:spPr/>
    </dgm:pt>
    <dgm:pt modelId="{BE4A08A2-2510-4A20-9A94-8DFFBFDF74B8}" type="pres">
      <dgm:prSet presAssocID="{43601726-D9D3-4C4B-8EF6-AEFA7E7C54DD}" presName="spacer" presStyleCnt="0"/>
      <dgm:spPr/>
    </dgm:pt>
    <dgm:pt modelId="{C14AF7CF-6236-443B-9B2F-87AC9F5CD13B}" type="pres">
      <dgm:prSet presAssocID="{1DC2D8AC-2D15-409B-8B03-54571E6DA113}" presName="parentText" presStyleLbl="node1" presStyleIdx="7" presStyleCnt="11">
        <dgm:presLayoutVars>
          <dgm:chMax val="0"/>
          <dgm:bulletEnabled val="1"/>
        </dgm:presLayoutVars>
      </dgm:prSet>
      <dgm:spPr/>
    </dgm:pt>
    <dgm:pt modelId="{94BB2B39-4DFD-4D38-A271-E3F83D9385A9}" type="pres">
      <dgm:prSet presAssocID="{B50A13B0-44D3-4D98-8151-0A5D192DE578}" presName="spacer" presStyleCnt="0"/>
      <dgm:spPr/>
    </dgm:pt>
    <dgm:pt modelId="{9EDD8CB4-C17B-448D-80BB-90BC5C4A1E7F}" type="pres">
      <dgm:prSet presAssocID="{F51DDCD8-59F1-4FDD-BBA9-9704F1EF8317}" presName="parentText" presStyleLbl="node1" presStyleIdx="8" presStyleCnt="11">
        <dgm:presLayoutVars>
          <dgm:chMax val="0"/>
          <dgm:bulletEnabled val="1"/>
        </dgm:presLayoutVars>
      </dgm:prSet>
      <dgm:spPr/>
    </dgm:pt>
    <dgm:pt modelId="{084691B7-F2E0-420A-9D27-BAFB4F3EB822}" type="pres">
      <dgm:prSet presAssocID="{634C3165-5D9C-49AB-BFB6-FB9BF15F6C06}" presName="spacer" presStyleCnt="0"/>
      <dgm:spPr/>
    </dgm:pt>
    <dgm:pt modelId="{3A86AD09-D370-4D58-A76C-EB8D7D42BC26}" type="pres">
      <dgm:prSet presAssocID="{A1084397-773B-4A10-9095-8D1A32909634}" presName="parentText" presStyleLbl="node1" presStyleIdx="9" presStyleCnt="11">
        <dgm:presLayoutVars>
          <dgm:chMax val="0"/>
          <dgm:bulletEnabled val="1"/>
        </dgm:presLayoutVars>
      </dgm:prSet>
      <dgm:spPr/>
    </dgm:pt>
    <dgm:pt modelId="{EDFFE898-A920-4B93-9A29-407FCCCD6E88}" type="pres">
      <dgm:prSet presAssocID="{D864BF00-7E4D-4D42-A965-32DAABAA27BC}" presName="spacer" presStyleCnt="0"/>
      <dgm:spPr/>
    </dgm:pt>
    <dgm:pt modelId="{F8F74385-809B-4125-A63F-C2BCE46F8380}" type="pres">
      <dgm:prSet presAssocID="{49446954-3E2F-4479-9B06-9FED4DE3F9A3}" presName="parentText" presStyleLbl="node1" presStyleIdx="10" presStyleCnt="11">
        <dgm:presLayoutVars>
          <dgm:chMax val="0"/>
          <dgm:bulletEnabled val="1"/>
        </dgm:presLayoutVars>
      </dgm:prSet>
      <dgm:spPr/>
    </dgm:pt>
  </dgm:ptLst>
  <dgm:cxnLst>
    <dgm:cxn modelId="{A8B15A10-005E-4FB7-A9A2-B05CDF177A2C}" type="presOf" srcId="{1DC2D8AC-2D15-409B-8B03-54571E6DA113}" destId="{C14AF7CF-6236-443B-9B2F-87AC9F5CD13B}" srcOrd="0" destOrd="0" presId="urn:microsoft.com/office/officeart/2005/8/layout/vList2"/>
    <dgm:cxn modelId="{A9661A23-F6C8-46CA-B72D-BC844466670C}" type="presOf" srcId="{3840C987-5E4C-4E93-93DB-4C9EA109D582}" destId="{58994D73-6847-4A1A-85E3-09E482138D97}" srcOrd="0" destOrd="0" presId="urn:microsoft.com/office/officeart/2005/8/layout/vList2"/>
    <dgm:cxn modelId="{9C91462E-64BB-4DA5-A815-20D35DF9F8E7}" type="presOf" srcId="{F51DDCD8-59F1-4FDD-BBA9-9704F1EF8317}" destId="{9EDD8CB4-C17B-448D-80BB-90BC5C4A1E7F}" srcOrd="0" destOrd="0" presId="urn:microsoft.com/office/officeart/2005/8/layout/vList2"/>
    <dgm:cxn modelId="{F4581B34-2B7E-4642-9395-27155A6DE134}" srcId="{4ADBD77F-50DE-4252-B08D-04C611A633A8}" destId="{BAD45A1F-C271-4103-9BA7-F02AD140D6AF}" srcOrd="6" destOrd="0" parTransId="{F7AA1D2B-9A65-4505-BFF6-C5214AE0A4E6}" sibTransId="{43601726-D9D3-4C4B-8EF6-AEFA7E7C54DD}"/>
    <dgm:cxn modelId="{407E2638-E4AF-4017-AB4B-6E4A7568533C}" srcId="{4ADBD77F-50DE-4252-B08D-04C611A633A8}" destId="{091CB3CA-E3EA-4353-BFB8-9DA9478EC453}" srcOrd="5" destOrd="0" parTransId="{62BCF335-CD40-4DEF-9074-514CEBE3C447}" sibTransId="{13206171-66FA-4E69-9692-B13EEA8A18DB}"/>
    <dgm:cxn modelId="{72AF9842-EFF8-4FBD-B502-6CF10ABEB42D}" type="presOf" srcId="{A1084397-773B-4A10-9095-8D1A32909634}" destId="{3A86AD09-D370-4D58-A76C-EB8D7D42BC26}" srcOrd="0" destOrd="0" presId="urn:microsoft.com/office/officeart/2005/8/layout/vList2"/>
    <dgm:cxn modelId="{78401067-6AC3-4D46-B54F-2E26F2946690}" type="presOf" srcId="{AAAD85F4-F462-4155-8D3B-5F085A70645D}" destId="{94E8854F-DEA4-40FE-B3BC-EFEB1DB6EC28}" srcOrd="0" destOrd="0" presId="urn:microsoft.com/office/officeart/2005/8/layout/vList2"/>
    <dgm:cxn modelId="{A6FA926A-9BF3-47A0-9171-87A702BBFC05}" type="presOf" srcId="{F355364E-4DA4-4BED-A99E-C3D193D2E41F}" destId="{0F69B4A3-A847-4493-BD1F-7F95C64A8731}" srcOrd="0" destOrd="0" presId="urn:microsoft.com/office/officeart/2005/8/layout/vList2"/>
    <dgm:cxn modelId="{2C3A3D4B-974B-4F9F-A15F-0B150DAAF84C}" type="presOf" srcId="{4ADBD77F-50DE-4252-B08D-04C611A633A8}" destId="{4CF22818-ECB8-4F0D-BB1B-BEE542B9B375}" srcOrd="0" destOrd="0" presId="urn:microsoft.com/office/officeart/2005/8/layout/vList2"/>
    <dgm:cxn modelId="{AA2FEC6F-5277-4BAC-88C3-40496420B097}" type="presOf" srcId="{6FF5C3A2-CE25-4F66-A185-4958C3A0D3CC}" destId="{C558684A-7AE2-4ED6-80E3-5873E4A3E426}" srcOrd="0" destOrd="0" presId="urn:microsoft.com/office/officeart/2005/8/layout/vList2"/>
    <dgm:cxn modelId="{8C748A72-4BB7-4090-9117-8E760DC93F5C}" srcId="{4ADBD77F-50DE-4252-B08D-04C611A633A8}" destId="{49446954-3E2F-4479-9B06-9FED4DE3F9A3}" srcOrd="10" destOrd="0" parTransId="{19F75707-91CA-4A2C-B1CF-B2370ADBCBE6}" sibTransId="{A845FE5D-6A8B-417D-9F3E-FE4D602A2DD3}"/>
    <dgm:cxn modelId="{7B8F0159-F1F0-4174-82C3-F545C2A56BDF}" srcId="{4ADBD77F-50DE-4252-B08D-04C611A633A8}" destId="{F355364E-4DA4-4BED-A99E-C3D193D2E41F}" srcOrd="0" destOrd="0" parTransId="{C65BAA7F-CC01-4528-95F9-D568F8F9EB94}" sibTransId="{24E89456-5198-4CC3-8E2D-1C39984EB404}"/>
    <dgm:cxn modelId="{9D1A7486-CF60-4098-BE5C-93E3C2663199}" srcId="{4ADBD77F-50DE-4252-B08D-04C611A633A8}" destId="{F51DDCD8-59F1-4FDD-BBA9-9704F1EF8317}" srcOrd="8" destOrd="0" parTransId="{96FE7B8E-2F97-49D2-B2E6-6F9158C7AB18}" sibTransId="{634C3165-5D9C-49AB-BFB6-FB9BF15F6C06}"/>
    <dgm:cxn modelId="{91C38389-2412-4095-A15C-9D329E2526BE}" srcId="{4ADBD77F-50DE-4252-B08D-04C611A633A8}" destId="{AAAD85F4-F462-4155-8D3B-5F085A70645D}" srcOrd="3" destOrd="0" parTransId="{81AFCD92-A73B-4E70-A60D-D663223FF908}" sibTransId="{C75016BA-3371-434E-AA64-DA7E88C62FDD}"/>
    <dgm:cxn modelId="{567C4796-FCD2-478A-B4DB-773F7C9C5C24}" srcId="{4ADBD77F-50DE-4252-B08D-04C611A633A8}" destId="{6FF5C3A2-CE25-4F66-A185-4958C3A0D3CC}" srcOrd="4" destOrd="0" parTransId="{2DB27643-D629-4641-A1D7-AE1B6E75B84F}" sibTransId="{4139291B-016D-475F-A48D-7416109979FB}"/>
    <dgm:cxn modelId="{C56C0A9C-A07E-4DDE-8746-FE62C37E3BB2}" srcId="{4ADBD77F-50DE-4252-B08D-04C611A633A8}" destId="{1DC2D8AC-2D15-409B-8B03-54571E6DA113}" srcOrd="7" destOrd="0" parTransId="{2FC85C49-51AA-4EDC-B046-427A9E8EE511}" sibTransId="{B50A13B0-44D3-4D98-8151-0A5D192DE578}"/>
    <dgm:cxn modelId="{DACF349E-D06B-45E5-A9AF-0F8FA8C42694}" srcId="{4ADBD77F-50DE-4252-B08D-04C611A633A8}" destId="{A1084397-773B-4A10-9095-8D1A32909634}" srcOrd="9" destOrd="0" parTransId="{33940253-D85B-43D3-907C-759DA79AAFB9}" sibTransId="{D864BF00-7E4D-4D42-A965-32DAABAA27BC}"/>
    <dgm:cxn modelId="{5D2C68A1-AA6C-49A6-8D70-1AA21FEED330}" type="presOf" srcId="{2BB1A880-23DC-43F9-8CE9-A60BD97CB359}" destId="{06579D1C-4244-46E4-9371-4A42F0E5F9E7}" srcOrd="0" destOrd="0" presId="urn:microsoft.com/office/officeart/2005/8/layout/vList2"/>
    <dgm:cxn modelId="{BB7873A2-234C-4285-8689-E5CD32481FE4}" type="presOf" srcId="{49446954-3E2F-4479-9B06-9FED4DE3F9A3}" destId="{F8F74385-809B-4125-A63F-C2BCE46F8380}" srcOrd="0" destOrd="0" presId="urn:microsoft.com/office/officeart/2005/8/layout/vList2"/>
    <dgm:cxn modelId="{AB7483AB-9CBE-4545-A31A-250B7F22ECB8}" srcId="{4ADBD77F-50DE-4252-B08D-04C611A633A8}" destId="{2BB1A880-23DC-43F9-8CE9-A60BD97CB359}" srcOrd="1" destOrd="0" parTransId="{D9B246DF-EF38-4E76-9DE4-C9B659BF52C8}" sibTransId="{4845599D-6D59-443A-BBF0-3D453D35A0E9}"/>
    <dgm:cxn modelId="{10576BAF-3D37-4059-93F2-13269F5597C6}" srcId="{4ADBD77F-50DE-4252-B08D-04C611A633A8}" destId="{3840C987-5E4C-4E93-93DB-4C9EA109D582}" srcOrd="2" destOrd="0" parTransId="{F5EFB41D-2E8D-46C1-A6C8-EBA2629C14E5}" sibTransId="{EF7EDCE4-4BE9-4B71-B615-FCE21EE6A3D7}"/>
    <dgm:cxn modelId="{C47D42CB-D46E-4B1E-A2FE-96FFA45578A3}" type="presOf" srcId="{091CB3CA-E3EA-4353-BFB8-9DA9478EC453}" destId="{2C6AB7F1-B5BE-4E90-9824-F9B6AB1CD1B4}" srcOrd="0" destOrd="0" presId="urn:microsoft.com/office/officeart/2005/8/layout/vList2"/>
    <dgm:cxn modelId="{3BD71DD8-847B-49AE-A2C2-66236BA2896E}" type="presOf" srcId="{BAD45A1F-C271-4103-9BA7-F02AD140D6AF}" destId="{D790988D-A1E2-4712-9885-14CC9D6F4882}" srcOrd="0" destOrd="0" presId="urn:microsoft.com/office/officeart/2005/8/layout/vList2"/>
    <dgm:cxn modelId="{1276E3BA-BFD4-4274-9E44-2E48FD0B36B6}" type="presParOf" srcId="{4CF22818-ECB8-4F0D-BB1B-BEE542B9B375}" destId="{0F69B4A3-A847-4493-BD1F-7F95C64A8731}" srcOrd="0" destOrd="0" presId="urn:microsoft.com/office/officeart/2005/8/layout/vList2"/>
    <dgm:cxn modelId="{C1B4D26F-C7CB-4CD1-80AE-F7C2C0E02905}" type="presParOf" srcId="{4CF22818-ECB8-4F0D-BB1B-BEE542B9B375}" destId="{BAA4CE2B-6723-4175-A869-9EA85C271BF5}" srcOrd="1" destOrd="0" presId="urn:microsoft.com/office/officeart/2005/8/layout/vList2"/>
    <dgm:cxn modelId="{96AE2D9B-D451-4931-BF3A-B511C421BC9F}" type="presParOf" srcId="{4CF22818-ECB8-4F0D-BB1B-BEE542B9B375}" destId="{06579D1C-4244-46E4-9371-4A42F0E5F9E7}" srcOrd="2" destOrd="0" presId="urn:microsoft.com/office/officeart/2005/8/layout/vList2"/>
    <dgm:cxn modelId="{5D996E88-F0B8-4845-A7D3-B6AC8FCCA8E9}" type="presParOf" srcId="{4CF22818-ECB8-4F0D-BB1B-BEE542B9B375}" destId="{EBBFD39B-95EF-4E67-806B-CF3230A4E1A9}" srcOrd="3" destOrd="0" presId="urn:microsoft.com/office/officeart/2005/8/layout/vList2"/>
    <dgm:cxn modelId="{E171DB60-9205-4642-90BF-D89C146BE8FA}" type="presParOf" srcId="{4CF22818-ECB8-4F0D-BB1B-BEE542B9B375}" destId="{58994D73-6847-4A1A-85E3-09E482138D97}" srcOrd="4" destOrd="0" presId="urn:microsoft.com/office/officeart/2005/8/layout/vList2"/>
    <dgm:cxn modelId="{BF5FA702-D58E-4DD6-AE79-A8AD7E56E200}" type="presParOf" srcId="{4CF22818-ECB8-4F0D-BB1B-BEE542B9B375}" destId="{5598CBC9-5770-4A7F-8CE8-8BE4DB12C5BD}" srcOrd="5" destOrd="0" presId="urn:microsoft.com/office/officeart/2005/8/layout/vList2"/>
    <dgm:cxn modelId="{88CDAA99-1997-497E-8EE9-2E8DC308A6A9}" type="presParOf" srcId="{4CF22818-ECB8-4F0D-BB1B-BEE542B9B375}" destId="{94E8854F-DEA4-40FE-B3BC-EFEB1DB6EC28}" srcOrd="6" destOrd="0" presId="urn:microsoft.com/office/officeart/2005/8/layout/vList2"/>
    <dgm:cxn modelId="{11A7D1C9-8FB1-42DE-B6ED-B410239929CE}" type="presParOf" srcId="{4CF22818-ECB8-4F0D-BB1B-BEE542B9B375}" destId="{E5F2737C-25DC-41EC-8173-19F9148B30A0}" srcOrd="7" destOrd="0" presId="urn:microsoft.com/office/officeart/2005/8/layout/vList2"/>
    <dgm:cxn modelId="{4FDC4CEF-D70F-471B-8BF8-AE7C186B8667}" type="presParOf" srcId="{4CF22818-ECB8-4F0D-BB1B-BEE542B9B375}" destId="{C558684A-7AE2-4ED6-80E3-5873E4A3E426}" srcOrd="8" destOrd="0" presId="urn:microsoft.com/office/officeart/2005/8/layout/vList2"/>
    <dgm:cxn modelId="{0C3AE434-42B3-42DF-AA8A-A191D5ACE22B}" type="presParOf" srcId="{4CF22818-ECB8-4F0D-BB1B-BEE542B9B375}" destId="{7CAACF04-271E-46AD-A79E-34DAB3C35B6C}" srcOrd="9" destOrd="0" presId="urn:microsoft.com/office/officeart/2005/8/layout/vList2"/>
    <dgm:cxn modelId="{C635FD0A-9875-4756-B93C-FB4AAC53F805}" type="presParOf" srcId="{4CF22818-ECB8-4F0D-BB1B-BEE542B9B375}" destId="{2C6AB7F1-B5BE-4E90-9824-F9B6AB1CD1B4}" srcOrd="10" destOrd="0" presId="urn:microsoft.com/office/officeart/2005/8/layout/vList2"/>
    <dgm:cxn modelId="{4C7FA358-DD88-4119-A8B5-E3712BD1950E}" type="presParOf" srcId="{4CF22818-ECB8-4F0D-BB1B-BEE542B9B375}" destId="{0C098D01-B457-490F-A3C9-08D59EF30E14}" srcOrd="11" destOrd="0" presId="urn:microsoft.com/office/officeart/2005/8/layout/vList2"/>
    <dgm:cxn modelId="{D87CA0F5-9EF4-4B3D-BC99-73EF97526C04}" type="presParOf" srcId="{4CF22818-ECB8-4F0D-BB1B-BEE542B9B375}" destId="{D790988D-A1E2-4712-9885-14CC9D6F4882}" srcOrd="12" destOrd="0" presId="urn:microsoft.com/office/officeart/2005/8/layout/vList2"/>
    <dgm:cxn modelId="{CDB50CAA-2B27-4885-8E87-17CC95989FD6}" type="presParOf" srcId="{4CF22818-ECB8-4F0D-BB1B-BEE542B9B375}" destId="{BE4A08A2-2510-4A20-9A94-8DFFBFDF74B8}" srcOrd="13" destOrd="0" presId="urn:microsoft.com/office/officeart/2005/8/layout/vList2"/>
    <dgm:cxn modelId="{A6B9DBDE-4582-4BB1-A8D2-1D76158F8265}" type="presParOf" srcId="{4CF22818-ECB8-4F0D-BB1B-BEE542B9B375}" destId="{C14AF7CF-6236-443B-9B2F-87AC9F5CD13B}" srcOrd="14" destOrd="0" presId="urn:microsoft.com/office/officeart/2005/8/layout/vList2"/>
    <dgm:cxn modelId="{406984C0-1B5B-4EAB-92C4-40C44E81D17D}" type="presParOf" srcId="{4CF22818-ECB8-4F0D-BB1B-BEE542B9B375}" destId="{94BB2B39-4DFD-4D38-A271-E3F83D9385A9}" srcOrd="15" destOrd="0" presId="urn:microsoft.com/office/officeart/2005/8/layout/vList2"/>
    <dgm:cxn modelId="{7F9CEB9A-795E-49F8-B416-A496569B145E}" type="presParOf" srcId="{4CF22818-ECB8-4F0D-BB1B-BEE542B9B375}" destId="{9EDD8CB4-C17B-448D-80BB-90BC5C4A1E7F}" srcOrd="16" destOrd="0" presId="urn:microsoft.com/office/officeart/2005/8/layout/vList2"/>
    <dgm:cxn modelId="{055C70B3-8CC2-4255-A825-68A891A9CECA}" type="presParOf" srcId="{4CF22818-ECB8-4F0D-BB1B-BEE542B9B375}" destId="{084691B7-F2E0-420A-9D27-BAFB4F3EB822}" srcOrd="17" destOrd="0" presId="urn:microsoft.com/office/officeart/2005/8/layout/vList2"/>
    <dgm:cxn modelId="{20961504-2800-4D00-8F12-D6F6D6F5ACBE}" type="presParOf" srcId="{4CF22818-ECB8-4F0D-BB1B-BEE542B9B375}" destId="{3A86AD09-D370-4D58-A76C-EB8D7D42BC26}" srcOrd="18" destOrd="0" presId="urn:microsoft.com/office/officeart/2005/8/layout/vList2"/>
    <dgm:cxn modelId="{3C767F4C-7643-426F-A461-D4DBB8C647BD}" type="presParOf" srcId="{4CF22818-ECB8-4F0D-BB1B-BEE542B9B375}" destId="{EDFFE898-A920-4B93-9A29-407FCCCD6E88}" srcOrd="19" destOrd="0" presId="urn:microsoft.com/office/officeart/2005/8/layout/vList2"/>
    <dgm:cxn modelId="{80F007C9-8AAD-401A-ADFE-D3FE95DFD397}" type="presParOf" srcId="{4CF22818-ECB8-4F0D-BB1B-BEE542B9B375}" destId="{F8F74385-809B-4125-A63F-C2BCE46F8380}" srcOrd="2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F75FF04-EF5F-4983-9F14-46672B98E591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BE39A93F-A6C9-44C1-825D-AD3BA46A7481}">
      <dgm:prSet/>
      <dgm:spPr/>
      <dgm:t>
        <a:bodyPr/>
        <a:lstStyle/>
        <a:p>
          <a:r>
            <a:rPr lang="en-US"/>
            <a:t>• Laptop Pro 14"</a:t>
          </a:r>
        </a:p>
      </dgm:t>
    </dgm:pt>
    <dgm:pt modelId="{6DD424FF-84D8-4C6B-B69F-E21EAA147B3D}" type="parTrans" cxnId="{A2779730-C69B-4173-90EA-817B0D996CBD}">
      <dgm:prSet/>
      <dgm:spPr/>
      <dgm:t>
        <a:bodyPr/>
        <a:lstStyle/>
        <a:p>
          <a:endParaRPr lang="en-US"/>
        </a:p>
      </dgm:t>
    </dgm:pt>
    <dgm:pt modelId="{85741AD0-B419-4859-9115-A692C35D7E0F}" type="sibTrans" cxnId="{A2779730-C69B-4173-90EA-817B0D996CBD}">
      <dgm:prSet/>
      <dgm:spPr/>
      <dgm:t>
        <a:bodyPr/>
        <a:lstStyle/>
        <a:p>
          <a:endParaRPr lang="en-US"/>
        </a:p>
      </dgm:t>
    </dgm:pt>
    <dgm:pt modelId="{DC4350E7-7FCA-430E-B350-4BA560C4EEA5}">
      <dgm:prSet/>
      <dgm:spPr/>
      <dgm:t>
        <a:bodyPr/>
        <a:lstStyle/>
        <a:p>
          <a:r>
            <a:rPr lang="en-US"/>
            <a:t>• Growth: +3 units</a:t>
          </a:r>
        </a:p>
      </dgm:t>
    </dgm:pt>
    <dgm:pt modelId="{5DA345B9-4012-48C2-9B71-9C8231B7B20B}" type="parTrans" cxnId="{66C3D091-F2A4-4AB3-86A7-A518F384374C}">
      <dgm:prSet/>
      <dgm:spPr/>
      <dgm:t>
        <a:bodyPr/>
        <a:lstStyle/>
        <a:p>
          <a:endParaRPr lang="en-US"/>
        </a:p>
      </dgm:t>
    </dgm:pt>
    <dgm:pt modelId="{12425CBD-1257-4BD3-891E-37BCA3D6458F}" type="sibTrans" cxnId="{66C3D091-F2A4-4AB3-86A7-A518F384374C}">
      <dgm:prSet/>
      <dgm:spPr/>
      <dgm:t>
        <a:bodyPr/>
        <a:lstStyle/>
        <a:p>
          <a:endParaRPr lang="en-US"/>
        </a:p>
      </dgm:t>
    </dgm:pt>
    <dgm:pt modelId="{5EFB0984-1D72-402F-AE08-F107B44262FF}">
      <dgm:prSet/>
      <dgm:spPr/>
      <dgm:t>
        <a:bodyPr/>
        <a:lstStyle/>
        <a:p>
          <a:r>
            <a:rPr lang="en-US"/>
            <a:t>Insights:</a:t>
          </a:r>
        </a:p>
      </dgm:t>
    </dgm:pt>
    <dgm:pt modelId="{FCB19063-2EE8-43E6-87A5-9505FD39CF98}" type="parTrans" cxnId="{F9EFD166-B225-4CA4-ACC9-49240B956532}">
      <dgm:prSet/>
      <dgm:spPr/>
      <dgm:t>
        <a:bodyPr/>
        <a:lstStyle/>
        <a:p>
          <a:endParaRPr lang="en-US"/>
        </a:p>
      </dgm:t>
    </dgm:pt>
    <dgm:pt modelId="{5AAFA713-2887-40B1-A741-6540A6B4CAB2}" type="sibTrans" cxnId="{F9EFD166-B225-4CA4-ACC9-49240B956532}">
      <dgm:prSet/>
      <dgm:spPr/>
      <dgm:t>
        <a:bodyPr/>
        <a:lstStyle/>
        <a:p>
          <a:endParaRPr lang="en-US"/>
        </a:p>
      </dgm:t>
    </dgm:pt>
    <dgm:pt modelId="{71F6D9B6-CCAD-460C-92AE-98B8611F3CBD}">
      <dgm:prSet/>
      <dgm:spPr/>
      <dgm:t>
        <a:bodyPr/>
        <a:lstStyle/>
        <a:p>
          <a:r>
            <a:rPr lang="en-US"/>
            <a:t>• Strong rising demand.</a:t>
          </a:r>
        </a:p>
      </dgm:t>
    </dgm:pt>
    <dgm:pt modelId="{F9A25ED3-4073-4AFD-9E5B-B7A1BFB3A4F0}" type="parTrans" cxnId="{8E2426A4-2527-47EB-B62A-A36A82190F6F}">
      <dgm:prSet/>
      <dgm:spPr/>
      <dgm:t>
        <a:bodyPr/>
        <a:lstStyle/>
        <a:p>
          <a:endParaRPr lang="en-US"/>
        </a:p>
      </dgm:t>
    </dgm:pt>
    <dgm:pt modelId="{12DFC349-EAE2-47C4-85E8-6ED932E470E7}" type="sibTrans" cxnId="{8E2426A4-2527-47EB-B62A-A36A82190F6F}">
      <dgm:prSet/>
      <dgm:spPr/>
      <dgm:t>
        <a:bodyPr/>
        <a:lstStyle/>
        <a:p>
          <a:endParaRPr lang="en-US"/>
        </a:p>
      </dgm:t>
    </dgm:pt>
    <dgm:pt modelId="{D9A02339-2B09-40BB-AA36-D47B14311D51}">
      <dgm:prSet/>
      <dgm:spPr/>
      <dgm:t>
        <a:bodyPr/>
        <a:lstStyle/>
        <a:p>
          <a:r>
            <a:rPr lang="en-US"/>
            <a:t>Recommendations:</a:t>
          </a:r>
        </a:p>
      </dgm:t>
    </dgm:pt>
    <dgm:pt modelId="{40D641B3-C4FC-4A6E-A2BE-C6D351FD15B8}" type="parTrans" cxnId="{959D0026-2B85-446F-BC5D-7EFCFB6517D8}">
      <dgm:prSet/>
      <dgm:spPr/>
      <dgm:t>
        <a:bodyPr/>
        <a:lstStyle/>
        <a:p>
          <a:endParaRPr lang="en-US"/>
        </a:p>
      </dgm:t>
    </dgm:pt>
    <dgm:pt modelId="{D0177675-DD00-4E3C-A985-52BC8336DFED}" type="sibTrans" cxnId="{959D0026-2B85-446F-BC5D-7EFCFB6517D8}">
      <dgm:prSet/>
      <dgm:spPr/>
      <dgm:t>
        <a:bodyPr/>
        <a:lstStyle/>
        <a:p>
          <a:endParaRPr lang="en-US"/>
        </a:p>
      </dgm:t>
    </dgm:pt>
    <dgm:pt modelId="{8A0F66A5-7612-4D28-B16E-EF95D865E311}">
      <dgm:prSet/>
      <dgm:spPr/>
      <dgm:t>
        <a:bodyPr/>
        <a:lstStyle/>
        <a:p>
          <a:r>
            <a:rPr lang="en-US"/>
            <a:t>• Prioritize advertising.</a:t>
          </a:r>
        </a:p>
      </dgm:t>
    </dgm:pt>
    <dgm:pt modelId="{2C436928-C26F-43F5-B0E3-EC5F783038BB}" type="parTrans" cxnId="{C6CFEBD9-1CFD-4BF2-8480-7D877B78CC5F}">
      <dgm:prSet/>
      <dgm:spPr/>
      <dgm:t>
        <a:bodyPr/>
        <a:lstStyle/>
        <a:p>
          <a:endParaRPr lang="en-US"/>
        </a:p>
      </dgm:t>
    </dgm:pt>
    <dgm:pt modelId="{CC494972-26E7-4129-8CDB-CA90E7650913}" type="sibTrans" cxnId="{C6CFEBD9-1CFD-4BF2-8480-7D877B78CC5F}">
      <dgm:prSet/>
      <dgm:spPr/>
      <dgm:t>
        <a:bodyPr/>
        <a:lstStyle/>
        <a:p>
          <a:endParaRPr lang="en-US"/>
        </a:p>
      </dgm:t>
    </dgm:pt>
    <dgm:pt modelId="{BF5CC5F4-1F04-47CB-A37A-4A11C4CBE91F}">
      <dgm:prSet/>
      <dgm:spPr/>
      <dgm:t>
        <a:bodyPr/>
        <a:lstStyle/>
        <a:p>
          <a:r>
            <a:rPr lang="en-US"/>
            <a:t>• Negotiate supplier discounts.</a:t>
          </a:r>
        </a:p>
      </dgm:t>
    </dgm:pt>
    <dgm:pt modelId="{B1949751-34B6-4AEE-826F-25665A791325}" type="parTrans" cxnId="{99C79AE2-3ACF-4FB1-B30D-5CEEB7549E41}">
      <dgm:prSet/>
      <dgm:spPr/>
      <dgm:t>
        <a:bodyPr/>
        <a:lstStyle/>
        <a:p>
          <a:endParaRPr lang="en-US"/>
        </a:p>
      </dgm:t>
    </dgm:pt>
    <dgm:pt modelId="{91F9C50A-CB0F-4FF6-9364-D0BBBD5B5346}" type="sibTrans" cxnId="{99C79AE2-3ACF-4FB1-B30D-5CEEB7549E41}">
      <dgm:prSet/>
      <dgm:spPr/>
      <dgm:t>
        <a:bodyPr/>
        <a:lstStyle/>
        <a:p>
          <a:endParaRPr lang="en-US"/>
        </a:p>
      </dgm:t>
    </dgm:pt>
    <dgm:pt modelId="{922B047D-9B8E-47DE-A3B2-B19638130E24}">
      <dgm:prSet/>
      <dgm:spPr/>
      <dgm:t>
        <a:bodyPr/>
        <a:lstStyle/>
        <a:p>
          <a:r>
            <a:rPr lang="en-US"/>
            <a:t>• Create promotional bundles.</a:t>
          </a:r>
        </a:p>
      </dgm:t>
    </dgm:pt>
    <dgm:pt modelId="{06BF6B4E-1895-483C-8EFE-F6B4A00DBC7B}" type="parTrans" cxnId="{80DD2E33-7CCB-4920-B7BC-61B8EA5EC66D}">
      <dgm:prSet/>
      <dgm:spPr/>
      <dgm:t>
        <a:bodyPr/>
        <a:lstStyle/>
        <a:p>
          <a:endParaRPr lang="en-US"/>
        </a:p>
      </dgm:t>
    </dgm:pt>
    <dgm:pt modelId="{DD91382E-89A3-4F26-BB45-8382CF14C134}" type="sibTrans" cxnId="{80DD2E33-7CCB-4920-B7BC-61B8EA5EC66D}">
      <dgm:prSet/>
      <dgm:spPr/>
      <dgm:t>
        <a:bodyPr/>
        <a:lstStyle/>
        <a:p>
          <a:endParaRPr lang="en-US"/>
        </a:p>
      </dgm:t>
    </dgm:pt>
    <dgm:pt modelId="{37FBC19A-1DBB-438F-95D0-70103BA92169}" type="pres">
      <dgm:prSet presAssocID="{2F75FF04-EF5F-4983-9F14-46672B98E591}" presName="linear" presStyleCnt="0">
        <dgm:presLayoutVars>
          <dgm:animLvl val="lvl"/>
          <dgm:resizeHandles val="exact"/>
        </dgm:presLayoutVars>
      </dgm:prSet>
      <dgm:spPr/>
    </dgm:pt>
    <dgm:pt modelId="{926B8BFF-DEAD-468B-A72B-5BA77C8633D3}" type="pres">
      <dgm:prSet presAssocID="{BE39A93F-A6C9-44C1-825D-AD3BA46A7481}" presName="parentText" presStyleLbl="node1" presStyleIdx="0" presStyleCnt="8">
        <dgm:presLayoutVars>
          <dgm:chMax val="0"/>
          <dgm:bulletEnabled val="1"/>
        </dgm:presLayoutVars>
      </dgm:prSet>
      <dgm:spPr/>
    </dgm:pt>
    <dgm:pt modelId="{0DB9A15B-2319-4099-AEA2-A2CCF94F73ED}" type="pres">
      <dgm:prSet presAssocID="{85741AD0-B419-4859-9115-A692C35D7E0F}" presName="spacer" presStyleCnt="0"/>
      <dgm:spPr/>
    </dgm:pt>
    <dgm:pt modelId="{6226E3BF-AB66-402A-91FF-6EDE958B9D0D}" type="pres">
      <dgm:prSet presAssocID="{DC4350E7-7FCA-430E-B350-4BA560C4EEA5}" presName="parentText" presStyleLbl="node1" presStyleIdx="1" presStyleCnt="8">
        <dgm:presLayoutVars>
          <dgm:chMax val="0"/>
          <dgm:bulletEnabled val="1"/>
        </dgm:presLayoutVars>
      </dgm:prSet>
      <dgm:spPr/>
    </dgm:pt>
    <dgm:pt modelId="{A04C7355-DFBF-4EF8-AA52-F6AF6EB999C6}" type="pres">
      <dgm:prSet presAssocID="{12425CBD-1257-4BD3-891E-37BCA3D6458F}" presName="spacer" presStyleCnt="0"/>
      <dgm:spPr/>
    </dgm:pt>
    <dgm:pt modelId="{CF32F42B-41DB-4BD1-842B-1EDF703BA8C6}" type="pres">
      <dgm:prSet presAssocID="{5EFB0984-1D72-402F-AE08-F107B44262FF}" presName="parentText" presStyleLbl="node1" presStyleIdx="2" presStyleCnt="8">
        <dgm:presLayoutVars>
          <dgm:chMax val="0"/>
          <dgm:bulletEnabled val="1"/>
        </dgm:presLayoutVars>
      </dgm:prSet>
      <dgm:spPr/>
    </dgm:pt>
    <dgm:pt modelId="{9CC66F31-7C49-477F-86F4-A58D96031A84}" type="pres">
      <dgm:prSet presAssocID="{5AAFA713-2887-40B1-A741-6540A6B4CAB2}" presName="spacer" presStyleCnt="0"/>
      <dgm:spPr/>
    </dgm:pt>
    <dgm:pt modelId="{9A8F263B-7927-4282-9C8B-036BBD534779}" type="pres">
      <dgm:prSet presAssocID="{71F6D9B6-CCAD-460C-92AE-98B8611F3CBD}" presName="parentText" presStyleLbl="node1" presStyleIdx="3" presStyleCnt="8">
        <dgm:presLayoutVars>
          <dgm:chMax val="0"/>
          <dgm:bulletEnabled val="1"/>
        </dgm:presLayoutVars>
      </dgm:prSet>
      <dgm:spPr/>
    </dgm:pt>
    <dgm:pt modelId="{F548D17E-546F-4220-9C31-A34F730EF15B}" type="pres">
      <dgm:prSet presAssocID="{12DFC349-EAE2-47C4-85E8-6ED932E470E7}" presName="spacer" presStyleCnt="0"/>
      <dgm:spPr/>
    </dgm:pt>
    <dgm:pt modelId="{E9185410-C635-4126-A51C-0DE168287216}" type="pres">
      <dgm:prSet presAssocID="{D9A02339-2B09-40BB-AA36-D47B14311D51}" presName="parentText" presStyleLbl="node1" presStyleIdx="4" presStyleCnt="8">
        <dgm:presLayoutVars>
          <dgm:chMax val="0"/>
          <dgm:bulletEnabled val="1"/>
        </dgm:presLayoutVars>
      </dgm:prSet>
      <dgm:spPr/>
    </dgm:pt>
    <dgm:pt modelId="{B6FB28E8-5048-42B9-8435-7B8791E556BC}" type="pres">
      <dgm:prSet presAssocID="{D0177675-DD00-4E3C-A985-52BC8336DFED}" presName="spacer" presStyleCnt="0"/>
      <dgm:spPr/>
    </dgm:pt>
    <dgm:pt modelId="{01AB9B6E-9FD5-4352-AB69-2A50A2BD0C62}" type="pres">
      <dgm:prSet presAssocID="{8A0F66A5-7612-4D28-B16E-EF95D865E311}" presName="parentText" presStyleLbl="node1" presStyleIdx="5" presStyleCnt="8">
        <dgm:presLayoutVars>
          <dgm:chMax val="0"/>
          <dgm:bulletEnabled val="1"/>
        </dgm:presLayoutVars>
      </dgm:prSet>
      <dgm:spPr/>
    </dgm:pt>
    <dgm:pt modelId="{F1B87BCB-BF07-4D70-9B4A-9F000E660A0E}" type="pres">
      <dgm:prSet presAssocID="{CC494972-26E7-4129-8CDB-CA90E7650913}" presName="spacer" presStyleCnt="0"/>
      <dgm:spPr/>
    </dgm:pt>
    <dgm:pt modelId="{5DD3A2A7-5D47-4B3A-BCE8-ED75141E87CB}" type="pres">
      <dgm:prSet presAssocID="{BF5CC5F4-1F04-47CB-A37A-4A11C4CBE91F}" presName="parentText" presStyleLbl="node1" presStyleIdx="6" presStyleCnt="8">
        <dgm:presLayoutVars>
          <dgm:chMax val="0"/>
          <dgm:bulletEnabled val="1"/>
        </dgm:presLayoutVars>
      </dgm:prSet>
      <dgm:spPr/>
    </dgm:pt>
    <dgm:pt modelId="{58130F79-FBEB-459B-8E9E-9D46A12302C5}" type="pres">
      <dgm:prSet presAssocID="{91F9C50A-CB0F-4FF6-9364-D0BBBD5B5346}" presName="spacer" presStyleCnt="0"/>
      <dgm:spPr/>
    </dgm:pt>
    <dgm:pt modelId="{04A0A4EF-A146-4C89-AC58-21CBECE93413}" type="pres">
      <dgm:prSet presAssocID="{922B047D-9B8E-47DE-A3B2-B19638130E24}" presName="parentText" presStyleLbl="node1" presStyleIdx="7" presStyleCnt="8">
        <dgm:presLayoutVars>
          <dgm:chMax val="0"/>
          <dgm:bulletEnabled val="1"/>
        </dgm:presLayoutVars>
      </dgm:prSet>
      <dgm:spPr/>
    </dgm:pt>
  </dgm:ptLst>
  <dgm:cxnLst>
    <dgm:cxn modelId="{959D0026-2B85-446F-BC5D-7EFCFB6517D8}" srcId="{2F75FF04-EF5F-4983-9F14-46672B98E591}" destId="{D9A02339-2B09-40BB-AA36-D47B14311D51}" srcOrd="4" destOrd="0" parTransId="{40D641B3-C4FC-4A6E-A2BE-C6D351FD15B8}" sibTransId="{D0177675-DD00-4E3C-A985-52BC8336DFED}"/>
    <dgm:cxn modelId="{E0E3942D-7EBE-4EF2-A03C-1049495197DD}" type="presOf" srcId="{2F75FF04-EF5F-4983-9F14-46672B98E591}" destId="{37FBC19A-1DBB-438F-95D0-70103BA92169}" srcOrd="0" destOrd="0" presId="urn:microsoft.com/office/officeart/2005/8/layout/vList2"/>
    <dgm:cxn modelId="{A2779730-C69B-4173-90EA-817B0D996CBD}" srcId="{2F75FF04-EF5F-4983-9F14-46672B98E591}" destId="{BE39A93F-A6C9-44C1-825D-AD3BA46A7481}" srcOrd="0" destOrd="0" parTransId="{6DD424FF-84D8-4C6B-B69F-E21EAA147B3D}" sibTransId="{85741AD0-B419-4859-9115-A692C35D7E0F}"/>
    <dgm:cxn modelId="{80DD2E33-7CCB-4920-B7BC-61B8EA5EC66D}" srcId="{2F75FF04-EF5F-4983-9F14-46672B98E591}" destId="{922B047D-9B8E-47DE-A3B2-B19638130E24}" srcOrd="7" destOrd="0" parTransId="{06BF6B4E-1895-483C-8EFE-F6B4A00DBC7B}" sibTransId="{DD91382E-89A3-4F26-BB45-8382CF14C134}"/>
    <dgm:cxn modelId="{33FF253A-39C9-42A8-B45E-25A89BF7A776}" type="presOf" srcId="{BE39A93F-A6C9-44C1-825D-AD3BA46A7481}" destId="{926B8BFF-DEAD-468B-A72B-5BA77C8633D3}" srcOrd="0" destOrd="0" presId="urn:microsoft.com/office/officeart/2005/8/layout/vList2"/>
    <dgm:cxn modelId="{F9EFD166-B225-4CA4-ACC9-49240B956532}" srcId="{2F75FF04-EF5F-4983-9F14-46672B98E591}" destId="{5EFB0984-1D72-402F-AE08-F107B44262FF}" srcOrd="2" destOrd="0" parTransId="{FCB19063-2EE8-43E6-87A5-9505FD39CF98}" sibTransId="{5AAFA713-2887-40B1-A741-6540A6B4CAB2}"/>
    <dgm:cxn modelId="{716F4E89-F5FB-4810-8A79-51CE522B1FD4}" type="presOf" srcId="{8A0F66A5-7612-4D28-B16E-EF95D865E311}" destId="{01AB9B6E-9FD5-4352-AB69-2A50A2BD0C62}" srcOrd="0" destOrd="0" presId="urn:microsoft.com/office/officeart/2005/8/layout/vList2"/>
    <dgm:cxn modelId="{66C3D091-F2A4-4AB3-86A7-A518F384374C}" srcId="{2F75FF04-EF5F-4983-9F14-46672B98E591}" destId="{DC4350E7-7FCA-430E-B350-4BA560C4EEA5}" srcOrd="1" destOrd="0" parTransId="{5DA345B9-4012-48C2-9B71-9C8231B7B20B}" sibTransId="{12425CBD-1257-4BD3-891E-37BCA3D6458F}"/>
    <dgm:cxn modelId="{ABFE3993-5F61-4BFB-97CA-631DC7050E2A}" type="presOf" srcId="{D9A02339-2B09-40BB-AA36-D47B14311D51}" destId="{E9185410-C635-4126-A51C-0DE168287216}" srcOrd="0" destOrd="0" presId="urn:microsoft.com/office/officeart/2005/8/layout/vList2"/>
    <dgm:cxn modelId="{8E2426A4-2527-47EB-B62A-A36A82190F6F}" srcId="{2F75FF04-EF5F-4983-9F14-46672B98E591}" destId="{71F6D9B6-CCAD-460C-92AE-98B8611F3CBD}" srcOrd="3" destOrd="0" parTransId="{F9A25ED3-4073-4AFD-9E5B-B7A1BFB3A4F0}" sibTransId="{12DFC349-EAE2-47C4-85E8-6ED932E470E7}"/>
    <dgm:cxn modelId="{E3C3B6A9-D8C0-4A44-A502-DC7FDE2A4530}" type="presOf" srcId="{71F6D9B6-CCAD-460C-92AE-98B8611F3CBD}" destId="{9A8F263B-7927-4282-9C8B-036BBD534779}" srcOrd="0" destOrd="0" presId="urn:microsoft.com/office/officeart/2005/8/layout/vList2"/>
    <dgm:cxn modelId="{F0775AB1-112C-41EA-BCAE-BF47C956C354}" type="presOf" srcId="{DC4350E7-7FCA-430E-B350-4BA560C4EEA5}" destId="{6226E3BF-AB66-402A-91FF-6EDE958B9D0D}" srcOrd="0" destOrd="0" presId="urn:microsoft.com/office/officeart/2005/8/layout/vList2"/>
    <dgm:cxn modelId="{4BF705BA-FF14-4054-B61A-FF67D3DC8D8D}" type="presOf" srcId="{5EFB0984-1D72-402F-AE08-F107B44262FF}" destId="{CF32F42B-41DB-4BD1-842B-1EDF703BA8C6}" srcOrd="0" destOrd="0" presId="urn:microsoft.com/office/officeart/2005/8/layout/vList2"/>
    <dgm:cxn modelId="{220EA9C9-064A-47D8-B3E8-DA18283A91A1}" type="presOf" srcId="{BF5CC5F4-1F04-47CB-A37A-4A11C4CBE91F}" destId="{5DD3A2A7-5D47-4B3A-BCE8-ED75141E87CB}" srcOrd="0" destOrd="0" presId="urn:microsoft.com/office/officeart/2005/8/layout/vList2"/>
    <dgm:cxn modelId="{C6CFEBD9-1CFD-4BF2-8480-7D877B78CC5F}" srcId="{2F75FF04-EF5F-4983-9F14-46672B98E591}" destId="{8A0F66A5-7612-4D28-B16E-EF95D865E311}" srcOrd="5" destOrd="0" parTransId="{2C436928-C26F-43F5-B0E3-EC5F783038BB}" sibTransId="{CC494972-26E7-4129-8CDB-CA90E7650913}"/>
    <dgm:cxn modelId="{99C79AE2-3ACF-4FB1-B30D-5CEEB7549E41}" srcId="{2F75FF04-EF5F-4983-9F14-46672B98E591}" destId="{BF5CC5F4-1F04-47CB-A37A-4A11C4CBE91F}" srcOrd="6" destOrd="0" parTransId="{B1949751-34B6-4AEE-826F-25665A791325}" sibTransId="{91F9C50A-CB0F-4FF6-9364-D0BBBD5B5346}"/>
    <dgm:cxn modelId="{0F2944E4-CB60-4C8E-B4B6-F50028C0BD44}" type="presOf" srcId="{922B047D-9B8E-47DE-A3B2-B19638130E24}" destId="{04A0A4EF-A146-4C89-AC58-21CBECE93413}" srcOrd="0" destOrd="0" presId="urn:microsoft.com/office/officeart/2005/8/layout/vList2"/>
    <dgm:cxn modelId="{84D7D3EA-4630-4755-AD40-B4E1288D5BD5}" type="presParOf" srcId="{37FBC19A-1DBB-438F-95D0-70103BA92169}" destId="{926B8BFF-DEAD-468B-A72B-5BA77C8633D3}" srcOrd="0" destOrd="0" presId="urn:microsoft.com/office/officeart/2005/8/layout/vList2"/>
    <dgm:cxn modelId="{1BB457F8-3108-488E-B397-068A6AF62F7A}" type="presParOf" srcId="{37FBC19A-1DBB-438F-95D0-70103BA92169}" destId="{0DB9A15B-2319-4099-AEA2-A2CCF94F73ED}" srcOrd="1" destOrd="0" presId="urn:microsoft.com/office/officeart/2005/8/layout/vList2"/>
    <dgm:cxn modelId="{6C030BF6-FF62-49F9-9C92-86BB2FD62D6D}" type="presParOf" srcId="{37FBC19A-1DBB-438F-95D0-70103BA92169}" destId="{6226E3BF-AB66-402A-91FF-6EDE958B9D0D}" srcOrd="2" destOrd="0" presId="urn:microsoft.com/office/officeart/2005/8/layout/vList2"/>
    <dgm:cxn modelId="{E3F79478-0C91-4CD9-88D6-307BB5DD413C}" type="presParOf" srcId="{37FBC19A-1DBB-438F-95D0-70103BA92169}" destId="{A04C7355-DFBF-4EF8-AA52-F6AF6EB999C6}" srcOrd="3" destOrd="0" presId="urn:microsoft.com/office/officeart/2005/8/layout/vList2"/>
    <dgm:cxn modelId="{9DAFE1D9-1799-4468-8D86-537B4737E73C}" type="presParOf" srcId="{37FBC19A-1DBB-438F-95D0-70103BA92169}" destId="{CF32F42B-41DB-4BD1-842B-1EDF703BA8C6}" srcOrd="4" destOrd="0" presId="urn:microsoft.com/office/officeart/2005/8/layout/vList2"/>
    <dgm:cxn modelId="{C2FFD609-4FCE-414A-A587-C81D8D77A06C}" type="presParOf" srcId="{37FBC19A-1DBB-438F-95D0-70103BA92169}" destId="{9CC66F31-7C49-477F-86F4-A58D96031A84}" srcOrd="5" destOrd="0" presId="urn:microsoft.com/office/officeart/2005/8/layout/vList2"/>
    <dgm:cxn modelId="{1B429391-9514-4F9A-B429-373AE992E3E0}" type="presParOf" srcId="{37FBC19A-1DBB-438F-95D0-70103BA92169}" destId="{9A8F263B-7927-4282-9C8B-036BBD534779}" srcOrd="6" destOrd="0" presId="urn:microsoft.com/office/officeart/2005/8/layout/vList2"/>
    <dgm:cxn modelId="{E8DD64CA-6C1D-499A-9393-D9C717F2CF45}" type="presParOf" srcId="{37FBC19A-1DBB-438F-95D0-70103BA92169}" destId="{F548D17E-546F-4220-9C31-A34F730EF15B}" srcOrd="7" destOrd="0" presId="urn:microsoft.com/office/officeart/2005/8/layout/vList2"/>
    <dgm:cxn modelId="{E5D8088D-AA47-44EC-9960-57A13D0D69C3}" type="presParOf" srcId="{37FBC19A-1DBB-438F-95D0-70103BA92169}" destId="{E9185410-C635-4126-A51C-0DE168287216}" srcOrd="8" destOrd="0" presId="urn:microsoft.com/office/officeart/2005/8/layout/vList2"/>
    <dgm:cxn modelId="{52064D4B-866C-4696-B6DD-CA2D152C3EBB}" type="presParOf" srcId="{37FBC19A-1DBB-438F-95D0-70103BA92169}" destId="{B6FB28E8-5048-42B9-8435-7B8791E556BC}" srcOrd="9" destOrd="0" presId="urn:microsoft.com/office/officeart/2005/8/layout/vList2"/>
    <dgm:cxn modelId="{4D30A6FE-AD64-4F86-B2CB-DBA4613A5866}" type="presParOf" srcId="{37FBC19A-1DBB-438F-95D0-70103BA92169}" destId="{01AB9B6E-9FD5-4352-AB69-2A50A2BD0C62}" srcOrd="10" destOrd="0" presId="urn:microsoft.com/office/officeart/2005/8/layout/vList2"/>
    <dgm:cxn modelId="{481E95EB-512A-4B7D-9F9F-44DB00B2C3DE}" type="presParOf" srcId="{37FBC19A-1DBB-438F-95D0-70103BA92169}" destId="{F1B87BCB-BF07-4D70-9B4A-9F000E660A0E}" srcOrd="11" destOrd="0" presId="urn:microsoft.com/office/officeart/2005/8/layout/vList2"/>
    <dgm:cxn modelId="{1A89D955-07E0-4B95-B3D8-7AF073D9833A}" type="presParOf" srcId="{37FBC19A-1DBB-438F-95D0-70103BA92169}" destId="{5DD3A2A7-5D47-4B3A-BCE8-ED75141E87CB}" srcOrd="12" destOrd="0" presId="urn:microsoft.com/office/officeart/2005/8/layout/vList2"/>
    <dgm:cxn modelId="{2708E544-09D4-476F-ACB4-FA9CB6F56A04}" type="presParOf" srcId="{37FBC19A-1DBB-438F-95D0-70103BA92169}" destId="{58130F79-FBEB-459B-8E9E-9D46A12302C5}" srcOrd="13" destOrd="0" presId="urn:microsoft.com/office/officeart/2005/8/layout/vList2"/>
    <dgm:cxn modelId="{B31FC95F-D0A4-4274-8A6C-AF20F5883B66}" type="presParOf" srcId="{37FBC19A-1DBB-438F-95D0-70103BA92169}" destId="{04A0A4EF-A146-4C89-AC58-21CBECE93413}" srcOrd="1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84602B6-468A-4884-A5E8-ADADABE12DE3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321D7300-C9B3-4799-9E5D-7D3540BC3AEB}">
      <dgm:prSet/>
      <dgm:spPr/>
      <dgm:t>
        <a:bodyPr/>
        <a:lstStyle/>
        <a:p>
          <a:r>
            <a:rPr lang="en-US"/>
            <a:t>• Expand high-performing tech product lines.</a:t>
          </a:r>
        </a:p>
      </dgm:t>
    </dgm:pt>
    <dgm:pt modelId="{6F67D02E-E9D7-4FE5-9CC7-79A2BF142A78}" type="parTrans" cxnId="{DB430D3D-56C2-4508-826A-D3B3E462412E}">
      <dgm:prSet/>
      <dgm:spPr/>
      <dgm:t>
        <a:bodyPr/>
        <a:lstStyle/>
        <a:p>
          <a:endParaRPr lang="en-US"/>
        </a:p>
      </dgm:t>
    </dgm:pt>
    <dgm:pt modelId="{E4BE16AC-0611-4F8A-AF23-7B8EC28489F7}" type="sibTrans" cxnId="{DB430D3D-56C2-4508-826A-D3B3E462412E}">
      <dgm:prSet/>
      <dgm:spPr/>
      <dgm:t>
        <a:bodyPr/>
        <a:lstStyle/>
        <a:p>
          <a:endParaRPr lang="en-US"/>
        </a:p>
      </dgm:t>
    </dgm:pt>
    <dgm:pt modelId="{74DA1102-9258-43EB-AA83-8B6531D8D5B5}">
      <dgm:prSet/>
      <dgm:spPr/>
      <dgm:t>
        <a:bodyPr/>
        <a:lstStyle/>
        <a:p>
          <a:r>
            <a:rPr lang="en-US"/>
            <a:t>• Strengthen customer loyalty initiatives.</a:t>
          </a:r>
        </a:p>
      </dgm:t>
    </dgm:pt>
    <dgm:pt modelId="{5EEE5966-2642-4DBB-A07C-6572D0355A51}" type="parTrans" cxnId="{3420FBCE-5497-45E9-8167-DC5AA3FA880E}">
      <dgm:prSet/>
      <dgm:spPr/>
      <dgm:t>
        <a:bodyPr/>
        <a:lstStyle/>
        <a:p>
          <a:endParaRPr lang="en-US"/>
        </a:p>
      </dgm:t>
    </dgm:pt>
    <dgm:pt modelId="{A5798276-7481-44DA-8359-5ED5CD80867A}" type="sibTrans" cxnId="{3420FBCE-5497-45E9-8167-DC5AA3FA880E}">
      <dgm:prSet/>
      <dgm:spPr/>
      <dgm:t>
        <a:bodyPr/>
        <a:lstStyle/>
        <a:p>
          <a:endParaRPr lang="en-US"/>
        </a:p>
      </dgm:t>
    </dgm:pt>
    <dgm:pt modelId="{5025910A-E437-4A8D-914E-272796F791CB}">
      <dgm:prSet/>
      <dgm:spPr/>
      <dgm:t>
        <a:bodyPr/>
        <a:lstStyle/>
        <a:p>
          <a:r>
            <a:rPr lang="en-US"/>
            <a:t>• Improve monthly monitoring and analytics.</a:t>
          </a:r>
        </a:p>
      </dgm:t>
    </dgm:pt>
    <dgm:pt modelId="{117FF0DC-2CEB-4501-A14A-34B1E9E1317B}" type="parTrans" cxnId="{3926F0D9-925C-4E0F-832B-79C1FF058E80}">
      <dgm:prSet/>
      <dgm:spPr/>
      <dgm:t>
        <a:bodyPr/>
        <a:lstStyle/>
        <a:p>
          <a:endParaRPr lang="en-US"/>
        </a:p>
      </dgm:t>
    </dgm:pt>
    <dgm:pt modelId="{E400D4E8-A30A-4F7F-BE6C-5127B5A24DDC}" type="sibTrans" cxnId="{3926F0D9-925C-4E0F-832B-79C1FF058E80}">
      <dgm:prSet/>
      <dgm:spPr/>
      <dgm:t>
        <a:bodyPr/>
        <a:lstStyle/>
        <a:p>
          <a:endParaRPr lang="en-US"/>
        </a:p>
      </dgm:t>
    </dgm:pt>
    <dgm:pt modelId="{3D632798-91F8-4DEB-86FD-1BEDCD83D605}">
      <dgm:prSet/>
      <dgm:spPr/>
      <dgm:t>
        <a:bodyPr/>
        <a:lstStyle/>
        <a:p>
          <a:r>
            <a:rPr lang="en-US"/>
            <a:t>• Focus on high-value customers.</a:t>
          </a:r>
        </a:p>
      </dgm:t>
    </dgm:pt>
    <dgm:pt modelId="{8A8A6A2C-DC12-4ABB-AA52-07D8E83041A9}" type="parTrans" cxnId="{CD984234-AE9D-4AD6-9DBC-98FE550AE664}">
      <dgm:prSet/>
      <dgm:spPr/>
      <dgm:t>
        <a:bodyPr/>
        <a:lstStyle/>
        <a:p>
          <a:endParaRPr lang="en-US"/>
        </a:p>
      </dgm:t>
    </dgm:pt>
    <dgm:pt modelId="{8C392ACE-E5D5-4740-91FD-541C1E77C5FF}" type="sibTrans" cxnId="{CD984234-AE9D-4AD6-9DBC-98FE550AE664}">
      <dgm:prSet/>
      <dgm:spPr/>
      <dgm:t>
        <a:bodyPr/>
        <a:lstStyle/>
        <a:p>
          <a:endParaRPr lang="en-US"/>
        </a:p>
      </dgm:t>
    </dgm:pt>
    <dgm:pt modelId="{E0B41E48-F691-49BB-AD32-CFFBB0E13BC1}" type="pres">
      <dgm:prSet presAssocID="{984602B6-468A-4884-A5E8-ADADABE12DE3}" presName="root" presStyleCnt="0">
        <dgm:presLayoutVars>
          <dgm:dir/>
          <dgm:resizeHandles val="exact"/>
        </dgm:presLayoutVars>
      </dgm:prSet>
      <dgm:spPr/>
    </dgm:pt>
    <dgm:pt modelId="{F9A0B5FD-08DC-4694-A9B2-87EC5AEE9B23}" type="pres">
      <dgm:prSet presAssocID="{321D7300-C9B3-4799-9E5D-7D3540BC3AEB}" presName="compNode" presStyleCnt="0"/>
      <dgm:spPr/>
    </dgm:pt>
    <dgm:pt modelId="{9DA10432-78E2-452C-BCE0-4A59514D7F7A}" type="pres">
      <dgm:prSet presAssocID="{321D7300-C9B3-4799-9E5D-7D3540BC3AEB}" presName="bgRect" presStyleLbl="bgShp" presStyleIdx="0" presStyleCnt="4"/>
      <dgm:spPr/>
    </dgm:pt>
    <dgm:pt modelId="{4D02827A-0700-4B63-8E7B-ADB61CA4237A}" type="pres">
      <dgm:prSet presAssocID="{321D7300-C9B3-4799-9E5D-7D3540BC3AEB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ximize"/>
        </a:ext>
      </dgm:extLst>
    </dgm:pt>
    <dgm:pt modelId="{ECB2322A-D363-4CD4-ACB2-0F666F546FD6}" type="pres">
      <dgm:prSet presAssocID="{321D7300-C9B3-4799-9E5D-7D3540BC3AEB}" presName="spaceRect" presStyleCnt="0"/>
      <dgm:spPr/>
    </dgm:pt>
    <dgm:pt modelId="{B7299DA7-2137-4F1A-B51A-921D1EFB79A5}" type="pres">
      <dgm:prSet presAssocID="{321D7300-C9B3-4799-9E5D-7D3540BC3AEB}" presName="parTx" presStyleLbl="revTx" presStyleIdx="0" presStyleCnt="4">
        <dgm:presLayoutVars>
          <dgm:chMax val="0"/>
          <dgm:chPref val="0"/>
        </dgm:presLayoutVars>
      </dgm:prSet>
      <dgm:spPr/>
    </dgm:pt>
    <dgm:pt modelId="{6E9248EA-FF6C-4BF2-A063-3602C2F81998}" type="pres">
      <dgm:prSet presAssocID="{E4BE16AC-0611-4F8A-AF23-7B8EC28489F7}" presName="sibTrans" presStyleCnt="0"/>
      <dgm:spPr/>
    </dgm:pt>
    <dgm:pt modelId="{FE027BA9-BECE-44B7-9B26-6022532044EB}" type="pres">
      <dgm:prSet presAssocID="{74DA1102-9258-43EB-AA83-8B6531D8D5B5}" presName="compNode" presStyleCnt="0"/>
      <dgm:spPr/>
    </dgm:pt>
    <dgm:pt modelId="{D1D5A398-5B62-48A9-BB71-3F7D69EBFBC2}" type="pres">
      <dgm:prSet presAssocID="{74DA1102-9258-43EB-AA83-8B6531D8D5B5}" presName="bgRect" presStyleLbl="bgShp" presStyleIdx="1" presStyleCnt="4"/>
      <dgm:spPr/>
    </dgm:pt>
    <dgm:pt modelId="{D78DA617-F83E-47D9-A7BA-4528AC81865A}" type="pres">
      <dgm:prSet presAssocID="{74DA1102-9258-43EB-AA83-8B6531D8D5B5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nnections"/>
        </a:ext>
      </dgm:extLst>
    </dgm:pt>
    <dgm:pt modelId="{A8ED3924-4DBA-4388-B80C-1B6788796210}" type="pres">
      <dgm:prSet presAssocID="{74DA1102-9258-43EB-AA83-8B6531D8D5B5}" presName="spaceRect" presStyleCnt="0"/>
      <dgm:spPr/>
    </dgm:pt>
    <dgm:pt modelId="{890BB48D-FCA1-430F-9018-16930CEDC5D8}" type="pres">
      <dgm:prSet presAssocID="{74DA1102-9258-43EB-AA83-8B6531D8D5B5}" presName="parTx" presStyleLbl="revTx" presStyleIdx="1" presStyleCnt="4">
        <dgm:presLayoutVars>
          <dgm:chMax val="0"/>
          <dgm:chPref val="0"/>
        </dgm:presLayoutVars>
      </dgm:prSet>
      <dgm:spPr/>
    </dgm:pt>
    <dgm:pt modelId="{1F527C70-3071-4EE2-A543-0F16976DD67D}" type="pres">
      <dgm:prSet presAssocID="{A5798276-7481-44DA-8359-5ED5CD80867A}" presName="sibTrans" presStyleCnt="0"/>
      <dgm:spPr/>
    </dgm:pt>
    <dgm:pt modelId="{061DBE12-4B7D-4260-AF4A-C14DD4867A06}" type="pres">
      <dgm:prSet presAssocID="{5025910A-E437-4A8D-914E-272796F791CB}" presName="compNode" presStyleCnt="0"/>
      <dgm:spPr/>
    </dgm:pt>
    <dgm:pt modelId="{39593C23-575A-4EC1-8042-01089270DADF}" type="pres">
      <dgm:prSet presAssocID="{5025910A-E437-4A8D-914E-272796F791CB}" presName="bgRect" presStyleLbl="bgShp" presStyleIdx="2" presStyleCnt="4"/>
      <dgm:spPr/>
    </dgm:pt>
    <dgm:pt modelId="{6A3D76BF-C37E-4953-9D6A-E040BB216EEE}" type="pres">
      <dgm:prSet presAssocID="{5025910A-E437-4A8D-914E-272796F791CB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uge"/>
        </a:ext>
      </dgm:extLst>
    </dgm:pt>
    <dgm:pt modelId="{9AA27AC0-6200-4B01-B95A-0C02AAAED1B7}" type="pres">
      <dgm:prSet presAssocID="{5025910A-E437-4A8D-914E-272796F791CB}" presName="spaceRect" presStyleCnt="0"/>
      <dgm:spPr/>
    </dgm:pt>
    <dgm:pt modelId="{9A300ECD-9457-4568-A61C-A698976379AD}" type="pres">
      <dgm:prSet presAssocID="{5025910A-E437-4A8D-914E-272796F791CB}" presName="parTx" presStyleLbl="revTx" presStyleIdx="2" presStyleCnt="4">
        <dgm:presLayoutVars>
          <dgm:chMax val="0"/>
          <dgm:chPref val="0"/>
        </dgm:presLayoutVars>
      </dgm:prSet>
      <dgm:spPr/>
    </dgm:pt>
    <dgm:pt modelId="{537AC399-A6EE-4BF1-8BD7-FF2D7038F922}" type="pres">
      <dgm:prSet presAssocID="{E400D4E8-A30A-4F7F-BE6C-5127B5A24DDC}" presName="sibTrans" presStyleCnt="0"/>
      <dgm:spPr/>
    </dgm:pt>
    <dgm:pt modelId="{CE00D57A-C698-4141-8A3C-9CF685784F63}" type="pres">
      <dgm:prSet presAssocID="{3D632798-91F8-4DEB-86FD-1BEDCD83D605}" presName="compNode" presStyleCnt="0"/>
      <dgm:spPr/>
    </dgm:pt>
    <dgm:pt modelId="{FE01D63E-4E92-4104-AADC-5FCF8029AFCF}" type="pres">
      <dgm:prSet presAssocID="{3D632798-91F8-4DEB-86FD-1BEDCD83D605}" presName="bgRect" presStyleLbl="bgShp" presStyleIdx="3" presStyleCnt="4"/>
      <dgm:spPr/>
    </dgm:pt>
    <dgm:pt modelId="{775E4679-0294-49B2-A183-48463A7B8B02}" type="pres">
      <dgm:prSet presAssocID="{3D632798-91F8-4DEB-86FD-1BEDCD83D605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0D95A11D-7D76-48E3-9621-E2A82ACBD344}" type="pres">
      <dgm:prSet presAssocID="{3D632798-91F8-4DEB-86FD-1BEDCD83D605}" presName="spaceRect" presStyleCnt="0"/>
      <dgm:spPr/>
    </dgm:pt>
    <dgm:pt modelId="{95FCBCBD-18FB-45CB-8B9C-95FC0CE1C466}" type="pres">
      <dgm:prSet presAssocID="{3D632798-91F8-4DEB-86FD-1BEDCD83D605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16590604-3CD6-44CF-A065-08CED4A9514E}" type="presOf" srcId="{984602B6-468A-4884-A5E8-ADADABE12DE3}" destId="{E0B41E48-F691-49BB-AD32-CFFBB0E13BC1}" srcOrd="0" destOrd="0" presId="urn:microsoft.com/office/officeart/2018/2/layout/IconVerticalSolidList"/>
    <dgm:cxn modelId="{3E7C590A-560F-418E-8E46-ABB451D5A176}" type="presOf" srcId="{321D7300-C9B3-4799-9E5D-7D3540BC3AEB}" destId="{B7299DA7-2137-4F1A-B51A-921D1EFB79A5}" srcOrd="0" destOrd="0" presId="urn:microsoft.com/office/officeart/2018/2/layout/IconVerticalSolidList"/>
    <dgm:cxn modelId="{CD984234-AE9D-4AD6-9DBC-98FE550AE664}" srcId="{984602B6-468A-4884-A5E8-ADADABE12DE3}" destId="{3D632798-91F8-4DEB-86FD-1BEDCD83D605}" srcOrd="3" destOrd="0" parTransId="{8A8A6A2C-DC12-4ABB-AA52-07D8E83041A9}" sibTransId="{8C392ACE-E5D5-4740-91FD-541C1E77C5FF}"/>
    <dgm:cxn modelId="{DB430D3D-56C2-4508-826A-D3B3E462412E}" srcId="{984602B6-468A-4884-A5E8-ADADABE12DE3}" destId="{321D7300-C9B3-4799-9E5D-7D3540BC3AEB}" srcOrd="0" destOrd="0" parTransId="{6F67D02E-E9D7-4FE5-9CC7-79A2BF142A78}" sibTransId="{E4BE16AC-0611-4F8A-AF23-7B8EC28489F7}"/>
    <dgm:cxn modelId="{67B34575-42CB-479E-AF75-00802D507063}" type="presOf" srcId="{3D632798-91F8-4DEB-86FD-1BEDCD83D605}" destId="{95FCBCBD-18FB-45CB-8B9C-95FC0CE1C466}" srcOrd="0" destOrd="0" presId="urn:microsoft.com/office/officeart/2018/2/layout/IconVerticalSolidList"/>
    <dgm:cxn modelId="{F3B3B88E-5D31-43F4-A2E1-53E5A6A4D351}" type="presOf" srcId="{5025910A-E437-4A8D-914E-272796F791CB}" destId="{9A300ECD-9457-4568-A61C-A698976379AD}" srcOrd="0" destOrd="0" presId="urn:microsoft.com/office/officeart/2018/2/layout/IconVerticalSolidList"/>
    <dgm:cxn modelId="{3420FBCE-5497-45E9-8167-DC5AA3FA880E}" srcId="{984602B6-468A-4884-A5E8-ADADABE12DE3}" destId="{74DA1102-9258-43EB-AA83-8B6531D8D5B5}" srcOrd="1" destOrd="0" parTransId="{5EEE5966-2642-4DBB-A07C-6572D0355A51}" sibTransId="{A5798276-7481-44DA-8359-5ED5CD80867A}"/>
    <dgm:cxn modelId="{53B7BFD1-CEA0-49B9-8828-AC3616903C72}" type="presOf" srcId="{74DA1102-9258-43EB-AA83-8B6531D8D5B5}" destId="{890BB48D-FCA1-430F-9018-16930CEDC5D8}" srcOrd="0" destOrd="0" presId="urn:microsoft.com/office/officeart/2018/2/layout/IconVerticalSolidList"/>
    <dgm:cxn modelId="{3926F0D9-925C-4E0F-832B-79C1FF058E80}" srcId="{984602B6-468A-4884-A5E8-ADADABE12DE3}" destId="{5025910A-E437-4A8D-914E-272796F791CB}" srcOrd="2" destOrd="0" parTransId="{117FF0DC-2CEB-4501-A14A-34B1E9E1317B}" sibTransId="{E400D4E8-A30A-4F7F-BE6C-5127B5A24DDC}"/>
    <dgm:cxn modelId="{7A822965-35C8-42BB-8D41-DEF2E3898C2B}" type="presParOf" srcId="{E0B41E48-F691-49BB-AD32-CFFBB0E13BC1}" destId="{F9A0B5FD-08DC-4694-A9B2-87EC5AEE9B23}" srcOrd="0" destOrd="0" presId="urn:microsoft.com/office/officeart/2018/2/layout/IconVerticalSolidList"/>
    <dgm:cxn modelId="{628ACB0F-A566-4770-861E-4F1E72F5C9EE}" type="presParOf" srcId="{F9A0B5FD-08DC-4694-A9B2-87EC5AEE9B23}" destId="{9DA10432-78E2-452C-BCE0-4A59514D7F7A}" srcOrd="0" destOrd="0" presId="urn:microsoft.com/office/officeart/2018/2/layout/IconVerticalSolidList"/>
    <dgm:cxn modelId="{20D61BC4-9410-43A3-BAA2-7B82FAB6F316}" type="presParOf" srcId="{F9A0B5FD-08DC-4694-A9B2-87EC5AEE9B23}" destId="{4D02827A-0700-4B63-8E7B-ADB61CA4237A}" srcOrd="1" destOrd="0" presId="urn:microsoft.com/office/officeart/2018/2/layout/IconVerticalSolidList"/>
    <dgm:cxn modelId="{7FE1D3B4-91B6-45D9-B21C-D6DF07C16E90}" type="presParOf" srcId="{F9A0B5FD-08DC-4694-A9B2-87EC5AEE9B23}" destId="{ECB2322A-D363-4CD4-ACB2-0F666F546FD6}" srcOrd="2" destOrd="0" presId="urn:microsoft.com/office/officeart/2018/2/layout/IconVerticalSolidList"/>
    <dgm:cxn modelId="{3AC261A8-7EC7-429D-A3BB-47F1E3BE1BD3}" type="presParOf" srcId="{F9A0B5FD-08DC-4694-A9B2-87EC5AEE9B23}" destId="{B7299DA7-2137-4F1A-B51A-921D1EFB79A5}" srcOrd="3" destOrd="0" presId="urn:microsoft.com/office/officeart/2018/2/layout/IconVerticalSolidList"/>
    <dgm:cxn modelId="{0A53F698-7108-4DA0-85E6-BB0BFA12336A}" type="presParOf" srcId="{E0B41E48-F691-49BB-AD32-CFFBB0E13BC1}" destId="{6E9248EA-FF6C-4BF2-A063-3602C2F81998}" srcOrd="1" destOrd="0" presId="urn:microsoft.com/office/officeart/2018/2/layout/IconVerticalSolidList"/>
    <dgm:cxn modelId="{33ADADA4-A835-4022-BE4E-1921476B60BF}" type="presParOf" srcId="{E0B41E48-F691-49BB-AD32-CFFBB0E13BC1}" destId="{FE027BA9-BECE-44B7-9B26-6022532044EB}" srcOrd="2" destOrd="0" presId="urn:microsoft.com/office/officeart/2018/2/layout/IconVerticalSolidList"/>
    <dgm:cxn modelId="{B5BBD579-FCBB-4695-BC05-CD27A099FF36}" type="presParOf" srcId="{FE027BA9-BECE-44B7-9B26-6022532044EB}" destId="{D1D5A398-5B62-48A9-BB71-3F7D69EBFBC2}" srcOrd="0" destOrd="0" presId="urn:microsoft.com/office/officeart/2018/2/layout/IconVerticalSolidList"/>
    <dgm:cxn modelId="{3B1A29A2-6328-4AF7-A3F9-4448F105891A}" type="presParOf" srcId="{FE027BA9-BECE-44B7-9B26-6022532044EB}" destId="{D78DA617-F83E-47D9-A7BA-4528AC81865A}" srcOrd="1" destOrd="0" presId="urn:microsoft.com/office/officeart/2018/2/layout/IconVerticalSolidList"/>
    <dgm:cxn modelId="{7F6EEC85-0C9D-4602-B74E-7C379ECE67F2}" type="presParOf" srcId="{FE027BA9-BECE-44B7-9B26-6022532044EB}" destId="{A8ED3924-4DBA-4388-B80C-1B6788796210}" srcOrd="2" destOrd="0" presId="urn:microsoft.com/office/officeart/2018/2/layout/IconVerticalSolidList"/>
    <dgm:cxn modelId="{6C87B2B4-138A-43D6-85EC-375CF5D45649}" type="presParOf" srcId="{FE027BA9-BECE-44B7-9B26-6022532044EB}" destId="{890BB48D-FCA1-430F-9018-16930CEDC5D8}" srcOrd="3" destOrd="0" presId="urn:microsoft.com/office/officeart/2018/2/layout/IconVerticalSolidList"/>
    <dgm:cxn modelId="{BE83FA05-564B-4359-BA9D-FEB13BFAF524}" type="presParOf" srcId="{E0B41E48-F691-49BB-AD32-CFFBB0E13BC1}" destId="{1F527C70-3071-4EE2-A543-0F16976DD67D}" srcOrd="3" destOrd="0" presId="urn:microsoft.com/office/officeart/2018/2/layout/IconVerticalSolidList"/>
    <dgm:cxn modelId="{6B2780E3-5D60-418E-890F-1329A6AC74ED}" type="presParOf" srcId="{E0B41E48-F691-49BB-AD32-CFFBB0E13BC1}" destId="{061DBE12-4B7D-4260-AF4A-C14DD4867A06}" srcOrd="4" destOrd="0" presId="urn:microsoft.com/office/officeart/2018/2/layout/IconVerticalSolidList"/>
    <dgm:cxn modelId="{83FA8F06-85E4-4925-82FA-5A1C87FC890B}" type="presParOf" srcId="{061DBE12-4B7D-4260-AF4A-C14DD4867A06}" destId="{39593C23-575A-4EC1-8042-01089270DADF}" srcOrd="0" destOrd="0" presId="urn:microsoft.com/office/officeart/2018/2/layout/IconVerticalSolidList"/>
    <dgm:cxn modelId="{00FBB821-9D6C-4076-B81B-80BE219F59CE}" type="presParOf" srcId="{061DBE12-4B7D-4260-AF4A-C14DD4867A06}" destId="{6A3D76BF-C37E-4953-9D6A-E040BB216EEE}" srcOrd="1" destOrd="0" presId="urn:microsoft.com/office/officeart/2018/2/layout/IconVerticalSolidList"/>
    <dgm:cxn modelId="{0F1469CE-2A58-4BEB-BD10-6B422CF46D1F}" type="presParOf" srcId="{061DBE12-4B7D-4260-AF4A-C14DD4867A06}" destId="{9AA27AC0-6200-4B01-B95A-0C02AAAED1B7}" srcOrd="2" destOrd="0" presId="urn:microsoft.com/office/officeart/2018/2/layout/IconVerticalSolidList"/>
    <dgm:cxn modelId="{F32ABBED-4E5C-460F-8CC8-365C5664317F}" type="presParOf" srcId="{061DBE12-4B7D-4260-AF4A-C14DD4867A06}" destId="{9A300ECD-9457-4568-A61C-A698976379AD}" srcOrd="3" destOrd="0" presId="urn:microsoft.com/office/officeart/2018/2/layout/IconVerticalSolidList"/>
    <dgm:cxn modelId="{C3589FD1-2216-4214-8477-FDB5A510B554}" type="presParOf" srcId="{E0B41E48-F691-49BB-AD32-CFFBB0E13BC1}" destId="{537AC399-A6EE-4BF1-8BD7-FF2D7038F922}" srcOrd="5" destOrd="0" presId="urn:microsoft.com/office/officeart/2018/2/layout/IconVerticalSolidList"/>
    <dgm:cxn modelId="{2898392F-EEEF-4A3D-984E-B655543350F0}" type="presParOf" srcId="{E0B41E48-F691-49BB-AD32-CFFBB0E13BC1}" destId="{CE00D57A-C698-4141-8A3C-9CF685784F63}" srcOrd="6" destOrd="0" presId="urn:microsoft.com/office/officeart/2018/2/layout/IconVerticalSolidList"/>
    <dgm:cxn modelId="{60F77C50-B53D-4E9E-9D79-5D56531D13D6}" type="presParOf" srcId="{CE00D57A-C698-4141-8A3C-9CF685784F63}" destId="{FE01D63E-4E92-4104-AADC-5FCF8029AFCF}" srcOrd="0" destOrd="0" presId="urn:microsoft.com/office/officeart/2018/2/layout/IconVerticalSolidList"/>
    <dgm:cxn modelId="{61BBFB9E-4C3E-49BA-86EB-7AA3B3705213}" type="presParOf" srcId="{CE00D57A-C698-4141-8A3C-9CF685784F63}" destId="{775E4679-0294-49B2-A183-48463A7B8B02}" srcOrd="1" destOrd="0" presId="urn:microsoft.com/office/officeart/2018/2/layout/IconVerticalSolidList"/>
    <dgm:cxn modelId="{426D75B8-001A-4A4A-8B30-73D9651282CF}" type="presParOf" srcId="{CE00D57A-C698-4141-8A3C-9CF685784F63}" destId="{0D95A11D-7D76-48E3-9621-E2A82ACBD344}" srcOrd="2" destOrd="0" presId="urn:microsoft.com/office/officeart/2018/2/layout/IconVerticalSolidList"/>
    <dgm:cxn modelId="{33A95FC3-C62E-4DBF-97B0-C6E31320C03F}" type="presParOf" srcId="{CE00D57A-C698-4141-8A3C-9CF685784F63}" destId="{95FCBCBD-18FB-45CB-8B9C-95FC0CE1C46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03ED112-E840-4A07-84AE-B8F7125EB827}">
      <dsp:nvSpPr>
        <dsp:cNvPr id="0" name=""/>
        <dsp:cNvSpPr/>
      </dsp:nvSpPr>
      <dsp:spPr>
        <a:xfrm>
          <a:off x="0" y="600"/>
          <a:ext cx="4231481" cy="50462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F15484-5B30-4A7F-9FE9-70D17D719797}">
      <dsp:nvSpPr>
        <dsp:cNvPr id="0" name=""/>
        <dsp:cNvSpPr/>
      </dsp:nvSpPr>
      <dsp:spPr>
        <a:xfrm>
          <a:off x="152647" y="114140"/>
          <a:ext cx="277541" cy="27754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F06FCC-7A3C-4F13-AAA0-482CDD75B660}">
      <dsp:nvSpPr>
        <dsp:cNvPr id="0" name=""/>
        <dsp:cNvSpPr/>
      </dsp:nvSpPr>
      <dsp:spPr>
        <a:xfrm>
          <a:off x="582836" y="600"/>
          <a:ext cx="3648644" cy="5046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406" tIns="53406" rIns="53406" bIns="53406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January 2025 Revenue: $12,630</a:t>
          </a:r>
        </a:p>
      </dsp:txBody>
      <dsp:txXfrm>
        <a:off x="582836" y="600"/>
        <a:ext cx="3648644" cy="504620"/>
      </dsp:txXfrm>
    </dsp:sp>
    <dsp:sp modelId="{AB37D775-7B4F-43F7-811D-B10A8FBDE553}">
      <dsp:nvSpPr>
        <dsp:cNvPr id="0" name=""/>
        <dsp:cNvSpPr/>
      </dsp:nvSpPr>
      <dsp:spPr>
        <a:xfrm>
          <a:off x="0" y="631376"/>
          <a:ext cx="4231481" cy="50462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712E30C-18DC-4CCD-95A0-747E8FB5C66A}">
      <dsp:nvSpPr>
        <dsp:cNvPr id="0" name=""/>
        <dsp:cNvSpPr/>
      </dsp:nvSpPr>
      <dsp:spPr>
        <a:xfrm>
          <a:off x="152647" y="744915"/>
          <a:ext cx="277541" cy="27754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468297-33AE-4210-9935-44BD42F97FDC}">
      <dsp:nvSpPr>
        <dsp:cNvPr id="0" name=""/>
        <dsp:cNvSpPr/>
      </dsp:nvSpPr>
      <dsp:spPr>
        <a:xfrm>
          <a:off x="582836" y="631376"/>
          <a:ext cx="3648644" cy="5046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406" tIns="53406" rIns="53406" bIns="53406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All revenue is concentrated in a single month.</a:t>
          </a:r>
        </a:p>
      </dsp:txBody>
      <dsp:txXfrm>
        <a:off x="582836" y="631376"/>
        <a:ext cx="3648644" cy="504620"/>
      </dsp:txXfrm>
    </dsp:sp>
    <dsp:sp modelId="{255B0946-7471-4487-B638-8E85BE1C9C9E}">
      <dsp:nvSpPr>
        <dsp:cNvPr id="0" name=""/>
        <dsp:cNvSpPr/>
      </dsp:nvSpPr>
      <dsp:spPr>
        <a:xfrm>
          <a:off x="0" y="1262151"/>
          <a:ext cx="4231481" cy="50462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63C9173-339D-49F8-A149-F1D017B890B0}">
      <dsp:nvSpPr>
        <dsp:cNvPr id="0" name=""/>
        <dsp:cNvSpPr/>
      </dsp:nvSpPr>
      <dsp:spPr>
        <a:xfrm>
          <a:off x="152647" y="1375691"/>
          <a:ext cx="277541" cy="27754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E8349D-CAE7-439A-B0F8-7B2F40775237}">
      <dsp:nvSpPr>
        <dsp:cNvPr id="0" name=""/>
        <dsp:cNvSpPr/>
      </dsp:nvSpPr>
      <dsp:spPr>
        <a:xfrm>
          <a:off x="582836" y="1262151"/>
          <a:ext cx="3648644" cy="5046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406" tIns="53406" rIns="53406" bIns="53406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Insights:</a:t>
          </a:r>
        </a:p>
      </dsp:txBody>
      <dsp:txXfrm>
        <a:off x="582836" y="1262151"/>
        <a:ext cx="3648644" cy="504620"/>
      </dsp:txXfrm>
    </dsp:sp>
    <dsp:sp modelId="{3B2E62B5-1D88-493D-A774-DEA3DE57BAD0}">
      <dsp:nvSpPr>
        <dsp:cNvPr id="0" name=""/>
        <dsp:cNvSpPr/>
      </dsp:nvSpPr>
      <dsp:spPr>
        <a:xfrm>
          <a:off x="0" y="1892927"/>
          <a:ext cx="4231481" cy="50462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E203D75-F183-4BA1-B70C-1CB231E3A762}">
      <dsp:nvSpPr>
        <dsp:cNvPr id="0" name=""/>
        <dsp:cNvSpPr/>
      </dsp:nvSpPr>
      <dsp:spPr>
        <a:xfrm>
          <a:off x="152647" y="2006466"/>
          <a:ext cx="277541" cy="27754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FC0F32-877D-4384-99AB-127913815781}">
      <dsp:nvSpPr>
        <dsp:cNvPr id="0" name=""/>
        <dsp:cNvSpPr/>
      </dsp:nvSpPr>
      <dsp:spPr>
        <a:xfrm>
          <a:off x="582836" y="1892927"/>
          <a:ext cx="3648644" cy="5046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406" tIns="53406" rIns="53406" bIns="53406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Dataset may be incomplete or sales recently started.</a:t>
          </a:r>
        </a:p>
      </dsp:txBody>
      <dsp:txXfrm>
        <a:off x="582836" y="1892927"/>
        <a:ext cx="3648644" cy="504620"/>
      </dsp:txXfrm>
    </dsp:sp>
    <dsp:sp modelId="{47575371-9955-4A43-86B3-7825444BC8BA}">
      <dsp:nvSpPr>
        <dsp:cNvPr id="0" name=""/>
        <dsp:cNvSpPr/>
      </dsp:nvSpPr>
      <dsp:spPr>
        <a:xfrm>
          <a:off x="0" y="2523702"/>
          <a:ext cx="4231481" cy="50462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9F01678-D1E6-400F-A19B-523A580FE8DA}">
      <dsp:nvSpPr>
        <dsp:cNvPr id="0" name=""/>
        <dsp:cNvSpPr/>
      </dsp:nvSpPr>
      <dsp:spPr>
        <a:xfrm>
          <a:off x="152647" y="2637242"/>
          <a:ext cx="277541" cy="277541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29B466-ACA9-4772-A7A7-09F339F357DA}">
      <dsp:nvSpPr>
        <dsp:cNvPr id="0" name=""/>
        <dsp:cNvSpPr/>
      </dsp:nvSpPr>
      <dsp:spPr>
        <a:xfrm>
          <a:off x="582836" y="2523702"/>
          <a:ext cx="3648644" cy="5046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406" tIns="53406" rIns="53406" bIns="53406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Recommendations:</a:t>
          </a:r>
        </a:p>
      </dsp:txBody>
      <dsp:txXfrm>
        <a:off x="582836" y="2523702"/>
        <a:ext cx="3648644" cy="504620"/>
      </dsp:txXfrm>
    </dsp:sp>
    <dsp:sp modelId="{85D5CDC7-BB47-4BD3-8931-1A317A0A25DE}">
      <dsp:nvSpPr>
        <dsp:cNvPr id="0" name=""/>
        <dsp:cNvSpPr/>
      </dsp:nvSpPr>
      <dsp:spPr>
        <a:xfrm>
          <a:off x="0" y="3154477"/>
          <a:ext cx="4231481" cy="50462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A8E8237-7DA6-4E82-9BD3-EAE5BA2773ED}">
      <dsp:nvSpPr>
        <dsp:cNvPr id="0" name=""/>
        <dsp:cNvSpPr/>
      </dsp:nvSpPr>
      <dsp:spPr>
        <a:xfrm>
          <a:off x="152647" y="3268017"/>
          <a:ext cx="277541" cy="277541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FBA08F-F390-46AC-80D2-225C54E3AF5B}">
      <dsp:nvSpPr>
        <dsp:cNvPr id="0" name=""/>
        <dsp:cNvSpPr/>
      </dsp:nvSpPr>
      <dsp:spPr>
        <a:xfrm>
          <a:off x="582836" y="3154477"/>
          <a:ext cx="3648644" cy="5046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406" tIns="53406" rIns="53406" bIns="53406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Monitor monthly revenue trends.</a:t>
          </a:r>
        </a:p>
      </dsp:txBody>
      <dsp:txXfrm>
        <a:off x="582836" y="3154477"/>
        <a:ext cx="3648644" cy="504620"/>
      </dsp:txXfrm>
    </dsp:sp>
    <dsp:sp modelId="{B945F027-A954-4DC9-B008-F01C157C85BC}">
      <dsp:nvSpPr>
        <dsp:cNvPr id="0" name=""/>
        <dsp:cNvSpPr/>
      </dsp:nvSpPr>
      <dsp:spPr>
        <a:xfrm>
          <a:off x="0" y="3785253"/>
          <a:ext cx="4231481" cy="50462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043D477-6A51-474E-AA7D-A71A4AFAA1F6}">
      <dsp:nvSpPr>
        <dsp:cNvPr id="0" name=""/>
        <dsp:cNvSpPr/>
      </dsp:nvSpPr>
      <dsp:spPr>
        <a:xfrm>
          <a:off x="152647" y="3898793"/>
          <a:ext cx="277541" cy="277541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0876D3-B495-46BB-9276-E32ECB376E7D}">
      <dsp:nvSpPr>
        <dsp:cNvPr id="0" name=""/>
        <dsp:cNvSpPr/>
      </dsp:nvSpPr>
      <dsp:spPr>
        <a:xfrm>
          <a:off x="582836" y="3785253"/>
          <a:ext cx="3648644" cy="5046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406" tIns="53406" rIns="53406" bIns="53406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Invest in marketing.</a:t>
          </a:r>
        </a:p>
      </dsp:txBody>
      <dsp:txXfrm>
        <a:off x="582836" y="3785253"/>
        <a:ext cx="3648644" cy="504620"/>
      </dsp:txXfrm>
    </dsp:sp>
    <dsp:sp modelId="{27146FDD-5DD7-4015-A0E6-FAA5A788C230}">
      <dsp:nvSpPr>
        <dsp:cNvPr id="0" name=""/>
        <dsp:cNvSpPr/>
      </dsp:nvSpPr>
      <dsp:spPr>
        <a:xfrm>
          <a:off x="0" y="4416028"/>
          <a:ext cx="4231481" cy="50462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093CE09-7819-4167-A404-977B1196E29B}">
      <dsp:nvSpPr>
        <dsp:cNvPr id="0" name=""/>
        <dsp:cNvSpPr/>
      </dsp:nvSpPr>
      <dsp:spPr>
        <a:xfrm>
          <a:off x="152647" y="4529568"/>
          <a:ext cx="277541" cy="277541"/>
        </a:xfrm>
        <a:prstGeom prst="rect">
          <a:avLst/>
        </a:prstGeom>
        <a:blipFill>
          <a:blip xmlns:r="http://schemas.openxmlformats.org/officeDocument/2006/relationships"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3CAB4D-885A-4112-B771-7636B0592500}">
      <dsp:nvSpPr>
        <dsp:cNvPr id="0" name=""/>
        <dsp:cNvSpPr/>
      </dsp:nvSpPr>
      <dsp:spPr>
        <a:xfrm>
          <a:off x="582836" y="4416028"/>
          <a:ext cx="3648644" cy="5046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406" tIns="53406" rIns="53406" bIns="53406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Implement dashboards.</a:t>
          </a:r>
        </a:p>
      </dsp:txBody>
      <dsp:txXfrm>
        <a:off x="582836" y="4416028"/>
        <a:ext cx="3648644" cy="50462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B7AD44-3163-48D7-9FEE-C4B0FC3D5F4A}">
      <dsp:nvSpPr>
        <dsp:cNvPr id="0" name=""/>
        <dsp:cNvSpPr/>
      </dsp:nvSpPr>
      <dsp:spPr>
        <a:xfrm>
          <a:off x="0" y="6243"/>
          <a:ext cx="4231481" cy="8181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C432A2B-765D-4C1E-9C84-59F653F17DF2}">
      <dsp:nvSpPr>
        <dsp:cNvPr id="0" name=""/>
        <dsp:cNvSpPr/>
      </dsp:nvSpPr>
      <dsp:spPr>
        <a:xfrm>
          <a:off x="247483" y="190322"/>
          <a:ext cx="449969" cy="44996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9C8090-E565-49BE-B5E2-7BD1BFD874D6}">
      <dsp:nvSpPr>
        <dsp:cNvPr id="0" name=""/>
        <dsp:cNvSpPr/>
      </dsp:nvSpPr>
      <dsp:spPr>
        <a:xfrm>
          <a:off x="944936" y="6243"/>
          <a:ext cx="3285620" cy="8181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6585" tIns="86585" rIns="86585" bIns="86585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Repeat customers: 10</a:t>
          </a:r>
        </a:p>
      </dsp:txBody>
      <dsp:txXfrm>
        <a:off x="944936" y="6243"/>
        <a:ext cx="3285620" cy="818127"/>
      </dsp:txXfrm>
    </dsp:sp>
    <dsp:sp modelId="{47C7B5D5-BD0B-476A-9D20-194463668BC8}">
      <dsp:nvSpPr>
        <dsp:cNvPr id="0" name=""/>
        <dsp:cNvSpPr/>
      </dsp:nvSpPr>
      <dsp:spPr>
        <a:xfrm>
          <a:off x="0" y="1028902"/>
          <a:ext cx="4231481" cy="8181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61FE44B-F844-47AB-B49C-60B84E25CD74}">
      <dsp:nvSpPr>
        <dsp:cNvPr id="0" name=""/>
        <dsp:cNvSpPr/>
      </dsp:nvSpPr>
      <dsp:spPr>
        <a:xfrm>
          <a:off x="247483" y="1212981"/>
          <a:ext cx="449969" cy="44996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B20C83-9206-4F4A-9EC1-2C72D6B372F7}">
      <dsp:nvSpPr>
        <dsp:cNvPr id="0" name=""/>
        <dsp:cNvSpPr/>
      </dsp:nvSpPr>
      <dsp:spPr>
        <a:xfrm>
          <a:off x="944936" y="1028902"/>
          <a:ext cx="3285620" cy="8181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6585" tIns="86585" rIns="86585" bIns="86585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Avg repeat orders per customer: 2</a:t>
          </a:r>
        </a:p>
      </dsp:txBody>
      <dsp:txXfrm>
        <a:off x="944936" y="1028902"/>
        <a:ext cx="3285620" cy="818127"/>
      </dsp:txXfrm>
    </dsp:sp>
    <dsp:sp modelId="{FB12DF95-A666-4234-B48D-59E3CBB704F7}">
      <dsp:nvSpPr>
        <dsp:cNvPr id="0" name=""/>
        <dsp:cNvSpPr/>
      </dsp:nvSpPr>
      <dsp:spPr>
        <a:xfrm>
          <a:off x="0" y="2051561"/>
          <a:ext cx="4231481" cy="8181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9359763-4973-421F-BD17-DF0679F42FC9}">
      <dsp:nvSpPr>
        <dsp:cNvPr id="0" name=""/>
        <dsp:cNvSpPr/>
      </dsp:nvSpPr>
      <dsp:spPr>
        <a:xfrm>
          <a:off x="247483" y="2235640"/>
          <a:ext cx="449969" cy="44996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2F9D00-9F8A-49BD-9619-FA724368DCDA}">
      <dsp:nvSpPr>
        <dsp:cNvPr id="0" name=""/>
        <dsp:cNvSpPr/>
      </dsp:nvSpPr>
      <dsp:spPr>
        <a:xfrm>
          <a:off x="944936" y="2051561"/>
          <a:ext cx="3285620" cy="8181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6585" tIns="86585" rIns="86585" bIns="86585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Insights:</a:t>
          </a:r>
        </a:p>
      </dsp:txBody>
      <dsp:txXfrm>
        <a:off x="944936" y="2051561"/>
        <a:ext cx="3285620" cy="818127"/>
      </dsp:txXfrm>
    </dsp:sp>
    <dsp:sp modelId="{09DDD9B3-3D6D-468C-97C4-F14A3600E11E}">
      <dsp:nvSpPr>
        <dsp:cNvPr id="0" name=""/>
        <dsp:cNvSpPr/>
      </dsp:nvSpPr>
      <dsp:spPr>
        <a:xfrm>
          <a:off x="0" y="3074220"/>
          <a:ext cx="4231481" cy="8181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BEA5D76-9A1C-448F-AF94-B246C7013BA2}">
      <dsp:nvSpPr>
        <dsp:cNvPr id="0" name=""/>
        <dsp:cNvSpPr/>
      </dsp:nvSpPr>
      <dsp:spPr>
        <a:xfrm>
          <a:off x="247483" y="3258298"/>
          <a:ext cx="449969" cy="44996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1A7C1D-EB7D-4546-B5D5-781F7D8425B8}">
      <dsp:nvSpPr>
        <dsp:cNvPr id="0" name=""/>
        <dsp:cNvSpPr/>
      </dsp:nvSpPr>
      <dsp:spPr>
        <a:xfrm>
          <a:off x="944936" y="3074220"/>
          <a:ext cx="3285620" cy="8181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6585" tIns="86585" rIns="86585" bIns="86585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Strong customer loyalty.</a:t>
          </a:r>
        </a:p>
      </dsp:txBody>
      <dsp:txXfrm>
        <a:off x="944936" y="3074220"/>
        <a:ext cx="3285620" cy="818127"/>
      </dsp:txXfrm>
    </dsp:sp>
    <dsp:sp modelId="{60B278AE-2A42-4111-B6DA-7A9208C4314D}">
      <dsp:nvSpPr>
        <dsp:cNvPr id="0" name=""/>
        <dsp:cNvSpPr/>
      </dsp:nvSpPr>
      <dsp:spPr>
        <a:xfrm>
          <a:off x="0" y="4096879"/>
          <a:ext cx="4231481" cy="8181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665AAAF-0D18-4A86-8A17-943320F82C04}">
      <dsp:nvSpPr>
        <dsp:cNvPr id="0" name=""/>
        <dsp:cNvSpPr/>
      </dsp:nvSpPr>
      <dsp:spPr>
        <a:xfrm>
          <a:off x="247483" y="4280957"/>
          <a:ext cx="449969" cy="449969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89F449-885C-4292-AF33-6DAA38F41D03}">
      <dsp:nvSpPr>
        <dsp:cNvPr id="0" name=""/>
        <dsp:cNvSpPr/>
      </dsp:nvSpPr>
      <dsp:spPr>
        <a:xfrm>
          <a:off x="944936" y="4096879"/>
          <a:ext cx="1904166" cy="8181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6585" tIns="86585" rIns="86585" bIns="86585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Recommendations:</a:t>
          </a:r>
        </a:p>
      </dsp:txBody>
      <dsp:txXfrm>
        <a:off x="944936" y="4096879"/>
        <a:ext cx="1904166" cy="818127"/>
      </dsp:txXfrm>
    </dsp:sp>
    <dsp:sp modelId="{6746293F-1B90-4C87-954F-BCBF252988F4}">
      <dsp:nvSpPr>
        <dsp:cNvPr id="0" name=""/>
        <dsp:cNvSpPr/>
      </dsp:nvSpPr>
      <dsp:spPr>
        <a:xfrm>
          <a:off x="2849103" y="4096879"/>
          <a:ext cx="1381454" cy="8181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6585" tIns="86585" rIns="86585" bIns="86585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• Add loyalty rewards.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• Email remarketing.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• Personalized recommendations.</a:t>
          </a:r>
        </a:p>
      </dsp:txBody>
      <dsp:txXfrm>
        <a:off x="2849103" y="4096879"/>
        <a:ext cx="1381454" cy="81812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F69B4A3-A847-4493-BD1F-7F95C64A8731}">
      <dsp:nvSpPr>
        <dsp:cNvPr id="0" name=""/>
        <dsp:cNvSpPr/>
      </dsp:nvSpPr>
      <dsp:spPr>
        <a:xfrm>
          <a:off x="0" y="82622"/>
          <a:ext cx="4231481" cy="387855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1. Laptop Pro 14" – $3,600</a:t>
          </a:r>
        </a:p>
      </dsp:txBody>
      <dsp:txXfrm>
        <a:off x="18934" y="101556"/>
        <a:ext cx="4193613" cy="349987"/>
      </dsp:txXfrm>
    </dsp:sp>
    <dsp:sp modelId="{06579D1C-4244-46E4-9371-4A42F0E5F9E7}">
      <dsp:nvSpPr>
        <dsp:cNvPr id="0" name=""/>
        <dsp:cNvSpPr/>
      </dsp:nvSpPr>
      <dsp:spPr>
        <a:xfrm>
          <a:off x="0" y="519437"/>
          <a:ext cx="4231481" cy="387855"/>
        </a:xfrm>
        <a:prstGeom prst="roundRect">
          <a:avLst/>
        </a:prstGeom>
        <a:solidFill>
          <a:schemeClr val="accent5">
            <a:hueOff val="235678"/>
            <a:satOff val="-1127"/>
            <a:lumOff val="1235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2. Smartphone X – $1,600</a:t>
          </a:r>
        </a:p>
      </dsp:txBody>
      <dsp:txXfrm>
        <a:off x="18934" y="538371"/>
        <a:ext cx="4193613" cy="349987"/>
      </dsp:txXfrm>
    </dsp:sp>
    <dsp:sp modelId="{58994D73-6847-4A1A-85E3-09E482138D97}">
      <dsp:nvSpPr>
        <dsp:cNvPr id="0" name=""/>
        <dsp:cNvSpPr/>
      </dsp:nvSpPr>
      <dsp:spPr>
        <a:xfrm>
          <a:off x="0" y="956252"/>
          <a:ext cx="4231481" cy="387855"/>
        </a:xfrm>
        <a:prstGeom prst="roundRect">
          <a:avLst/>
        </a:prstGeom>
        <a:solidFill>
          <a:schemeClr val="accent5">
            <a:hueOff val="471357"/>
            <a:satOff val="-2254"/>
            <a:lumOff val="2471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3. Laptop Air 13" – $1,100</a:t>
          </a:r>
        </a:p>
      </dsp:txBody>
      <dsp:txXfrm>
        <a:off x="18934" y="975186"/>
        <a:ext cx="4193613" cy="349987"/>
      </dsp:txXfrm>
    </dsp:sp>
    <dsp:sp modelId="{94E8854F-DEA4-40FE-B3BC-EFEB1DB6EC28}">
      <dsp:nvSpPr>
        <dsp:cNvPr id="0" name=""/>
        <dsp:cNvSpPr/>
      </dsp:nvSpPr>
      <dsp:spPr>
        <a:xfrm>
          <a:off x="0" y="1393067"/>
          <a:ext cx="4231481" cy="387855"/>
        </a:xfrm>
        <a:prstGeom prst="roundRect">
          <a:avLst/>
        </a:prstGeom>
        <a:solidFill>
          <a:schemeClr val="accent5">
            <a:hueOff val="707035"/>
            <a:satOff val="-3381"/>
            <a:lumOff val="3706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4. Smartphone Y – $850</a:t>
          </a:r>
        </a:p>
      </dsp:txBody>
      <dsp:txXfrm>
        <a:off x="18934" y="1412001"/>
        <a:ext cx="4193613" cy="349987"/>
      </dsp:txXfrm>
    </dsp:sp>
    <dsp:sp modelId="{C558684A-7AE2-4ED6-80E3-5873E4A3E426}">
      <dsp:nvSpPr>
        <dsp:cNvPr id="0" name=""/>
        <dsp:cNvSpPr/>
      </dsp:nvSpPr>
      <dsp:spPr>
        <a:xfrm>
          <a:off x="0" y="1829882"/>
          <a:ext cx="4231481" cy="387855"/>
        </a:xfrm>
        <a:prstGeom prst="roundRect">
          <a:avLst/>
        </a:prstGeom>
        <a:solidFill>
          <a:schemeClr val="accent5">
            <a:hueOff val="942713"/>
            <a:satOff val="-4508"/>
            <a:lumOff val="4941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5. Office Chair – $800</a:t>
          </a:r>
        </a:p>
      </dsp:txBody>
      <dsp:txXfrm>
        <a:off x="18934" y="1848816"/>
        <a:ext cx="4193613" cy="349987"/>
      </dsp:txXfrm>
    </dsp:sp>
    <dsp:sp modelId="{2C6AB7F1-B5BE-4E90-9824-F9B6AB1CD1B4}">
      <dsp:nvSpPr>
        <dsp:cNvPr id="0" name=""/>
        <dsp:cNvSpPr/>
      </dsp:nvSpPr>
      <dsp:spPr>
        <a:xfrm>
          <a:off x="0" y="2266697"/>
          <a:ext cx="4231481" cy="387855"/>
        </a:xfrm>
        <a:prstGeom prst="roundRect">
          <a:avLst/>
        </a:prstGeom>
        <a:solidFill>
          <a:schemeClr val="accent5">
            <a:hueOff val="1178392"/>
            <a:satOff val="-5635"/>
            <a:lumOff val="6177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Insights:</a:t>
          </a:r>
        </a:p>
      </dsp:txBody>
      <dsp:txXfrm>
        <a:off x="18934" y="2285631"/>
        <a:ext cx="4193613" cy="349987"/>
      </dsp:txXfrm>
    </dsp:sp>
    <dsp:sp modelId="{D790988D-A1E2-4712-9885-14CC9D6F4882}">
      <dsp:nvSpPr>
        <dsp:cNvPr id="0" name=""/>
        <dsp:cNvSpPr/>
      </dsp:nvSpPr>
      <dsp:spPr>
        <a:xfrm>
          <a:off x="0" y="2703512"/>
          <a:ext cx="4231481" cy="387855"/>
        </a:xfrm>
        <a:prstGeom prst="roundRect">
          <a:avLst/>
        </a:prstGeom>
        <a:solidFill>
          <a:schemeClr val="accent5">
            <a:hueOff val="1414070"/>
            <a:satOff val="-6762"/>
            <a:lumOff val="7412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High-end electronics dominate revenue.</a:t>
          </a:r>
        </a:p>
      </dsp:txBody>
      <dsp:txXfrm>
        <a:off x="18934" y="2722446"/>
        <a:ext cx="4193613" cy="349987"/>
      </dsp:txXfrm>
    </dsp:sp>
    <dsp:sp modelId="{C14AF7CF-6236-443B-9B2F-87AC9F5CD13B}">
      <dsp:nvSpPr>
        <dsp:cNvPr id="0" name=""/>
        <dsp:cNvSpPr/>
      </dsp:nvSpPr>
      <dsp:spPr>
        <a:xfrm>
          <a:off x="0" y="3140327"/>
          <a:ext cx="4231481" cy="387855"/>
        </a:xfrm>
        <a:prstGeom prst="roundRect">
          <a:avLst/>
        </a:prstGeom>
        <a:solidFill>
          <a:schemeClr val="accent5">
            <a:hueOff val="1649748"/>
            <a:satOff val="-7889"/>
            <a:lumOff val="8647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Recommendations:</a:t>
          </a:r>
        </a:p>
      </dsp:txBody>
      <dsp:txXfrm>
        <a:off x="18934" y="3159261"/>
        <a:ext cx="4193613" cy="349987"/>
      </dsp:txXfrm>
    </dsp:sp>
    <dsp:sp modelId="{9EDD8CB4-C17B-448D-80BB-90BC5C4A1E7F}">
      <dsp:nvSpPr>
        <dsp:cNvPr id="0" name=""/>
        <dsp:cNvSpPr/>
      </dsp:nvSpPr>
      <dsp:spPr>
        <a:xfrm>
          <a:off x="0" y="3577142"/>
          <a:ext cx="4231481" cy="387855"/>
        </a:xfrm>
        <a:prstGeom prst="roundRect">
          <a:avLst/>
        </a:prstGeom>
        <a:solidFill>
          <a:schemeClr val="accent5">
            <a:hueOff val="1885427"/>
            <a:satOff val="-9016"/>
            <a:lumOff val="9882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Increase inventory for top sellers.</a:t>
          </a:r>
        </a:p>
      </dsp:txBody>
      <dsp:txXfrm>
        <a:off x="18934" y="3596076"/>
        <a:ext cx="4193613" cy="349987"/>
      </dsp:txXfrm>
    </dsp:sp>
    <dsp:sp modelId="{3A86AD09-D370-4D58-A76C-EB8D7D42BC26}">
      <dsp:nvSpPr>
        <dsp:cNvPr id="0" name=""/>
        <dsp:cNvSpPr/>
      </dsp:nvSpPr>
      <dsp:spPr>
        <a:xfrm>
          <a:off x="0" y="4013957"/>
          <a:ext cx="4231481" cy="387855"/>
        </a:xfrm>
        <a:prstGeom prst="roundRect">
          <a:avLst/>
        </a:prstGeom>
        <a:solidFill>
          <a:schemeClr val="accent5">
            <a:hueOff val="2121105"/>
            <a:satOff val="-10143"/>
            <a:lumOff val="11118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Upsell accessories.</a:t>
          </a:r>
        </a:p>
      </dsp:txBody>
      <dsp:txXfrm>
        <a:off x="18934" y="4032891"/>
        <a:ext cx="4193613" cy="349987"/>
      </dsp:txXfrm>
    </dsp:sp>
    <dsp:sp modelId="{F8F74385-809B-4125-A63F-C2BCE46F8380}">
      <dsp:nvSpPr>
        <dsp:cNvPr id="0" name=""/>
        <dsp:cNvSpPr/>
      </dsp:nvSpPr>
      <dsp:spPr>
        <a:xfrm>
          <a:off x="0" y="4450772"/>
          <a:ext cx="4231481" cy="387855"/>
        </a:xfrm>
        <a:prstGeom prst="roundRect">
          <a:avLst/>
        </a:prstGeom>
        <a:solidFill>
          <a:schemeClr val="accent5">
            <a:hueOff val="2356783"/>
            <a:satOff val="-11270"/>
            <a:lumOff val="12353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Bundle high-demand items.</a:t>
          </a:r>
        </a:p>
      </dsp:txBody>
      <dsp:txXfrm>
        <a:off x="18934" y="4469706"/>
        <a:ext cx="4193613" cy="34998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6B8BFF-DEAD-468B-A72B-5BA77C8633D3}">
      <dsp:nvSpPr>
        <dsp:cNvPr id="0" name=""/>
        <dsp:cNvSpPr/>
      </dsp:nvSpPr>
      <dsp:spPr>
        <a:xfrm>
          <a:off x="0" y="16558"/>
          <a:ext cx="4300537" cy="547559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Laptop Pro 14"</a:t>
          </a:r>
        </a:p>
      </dsp:txBody>
      <dsp:txXfrm>
        <a:off x="26730" y="43288"/>
        <a:ext cx="4247077" cy="494099"/>
      </dsp:txXfrm>
    </dsp:sp>
    <dsp:sp modelId="{6226E3BF-AB66-402A-91FF-6EDE958B9D0D}">
      <dsp:nvSpPr>
        <dsp:cNvPr id="0" name=""/>
        <dsp:cNvSpPr/>
      </dsp:nvSpPr>
      <dsp:spPr>
        <a:xfrm>
          <a:off x="0" y="633238"/>
          <a:ext cx="4300537" cy="547559"/>
        </a:xfrm>
        <a:prstGeom prst="roundRect">
          <a:avLst/>
        </a:prstGeom>
        <a:solidFill>
          <a:schemeClr val="accent5">
            <a:hueOff val="336683"/>
            <a:satOff val="-1610"/>
            <a:lumOff val="1765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Growth: +3 units</a:t>
          </a:r>
        </a:p>
      </dsp:txBody>
      <dsp:txXfrm>
        <a:off x="26730" y="659968"/>
        <a:ext cx="4247077" cy="494099"/>
      </dsp:txXfrm>
    </dsp:sp>
    <dsp:sp modelId="{CF32F42B-41DB-4BD1-842B-1EDF703BA8C6}">
      <dsp:nvSpPr>
        <dsp:cNvPr id="0" name=""/>
        <dsp:cNvSpPr/>
      </dsp:nvSpPr>
      <dsp:spPr>
        <a:xfrm>
          <a:off x="0" y="1249918"/>
          <a:ext cx="4300537" cy="547559"/>
        </a:xfrm>
        <a:prstGeom prst="roundRect">
          <a:avLst/>
        </a:prstGeom>
        <a:solidFill>
          <a:schemeClr val="accent5">
            <a:hueOff val="673367"/>
            <a:satOff val="-3220"/>
            <a:lumOff val="3529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Insights:</a:t>
          </a:r>
        </a:p>
      </dsp:txBody>
      <dsp:txXfrm>
        <a:off x="26730" y="1276648"/>
        <a:ext cx="4247077" cy="494099"/>
      </dsp:txXfrm>
    </dsp:sp>
    <dsp:sp modelId="{9A8F263B-7927-4282-9C8B-036BBD534779}">
      <dsp:nvSpPr>
        <dsp:cNvPr id="0" name=""/>
        <dsp:cNvSpPr/>
      </dsp:nvSpPr>
      <dsp:spPr>
        <a:xfrm>
          <a:off x="0" y="1866598"/>
          <a:ext cx="4300537" cy="547559"/>
        </a:xfrm>
        <a:prstGeom prst="roundRect">
          <a:avLst/>
        </a:prstGeom>
        <a:solidFill>
          <a:schemeClr val="accent5">
            <a:hueOff val="1010050"/>
            <a:satOff val="-4830"/>
            <a:lumOff val="5294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Strong rising demand.</a:t>
          </a:r>
        </a:p>
      </dsp:txBody>
      <dsp:txXfrm>
        <a:off x="26730" y="1893328"/>
        <a:ext cx="4247077" cy="494099"/>
      </dsp:txXfrm>
    </dsp:sp>
    <dsp:sp modelId="{E9185410-C635-4126-A51C-0DE168287216}">
      <dsp:nvSpPr>
        <dsp:cNvPr id="0" name=""/>
        <dsp:cNvSpPr/>
      </dsp:nvSpPr>
      <dsp:spPr>
        <a:xfrm>
          <a:off x="0" y="2483278"/>
          <a:ext cx="4300537" cy="547559"/>
        </a:xfrm>
        <a:prstGeom prst="roundRect">
          <a:avLst/>
        </a:prstGeom>
        <a:solidFill>
          <a:schemeClr val="accent5">
            <a:hueOff val="1346734"/>
            <a:satOff val="-6440"/>
            <a:lumOff val="7059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Recommendations:</a:t>
          </a:r>
        </a:p>
      </dsp:txBody>
      <dsp:txXfrm>
        <a:off x="26730" y="2510008"/>
        <a:ext cx="4247077" cy="494099"/>
      </dsp:txXfrm>
    </dsp:sp>
    <dsp:sp modelId="{01AB9B6E-9FD5-4352-AB69-2A50A2BD0C62}">
      <dsp:nvSpPr>
        <dsp:cNvPr id="0" name=""/>
        <dsp:cNvSpPr/>
      </dsp:nvSpPr>
      <dsp:spPr>
        <a:xfrm>
          <a:off x="0" y="3099958"/>
          <a:ext cx="4300537" cy="547559"/>
        </a:xfrm>
        <a:prstGeom prst="roundRect">
          <a:avLst/>
        </a:prstGeom>
        <a:solidFill>
          <a:schemeClr val="accent5">
            <a:hueOff val="1683417"/>
            <a:satOff val="-8050"/>
            <a:lumOff val="8824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Prioritize advertising.</a:t>
          </a:r>
        </a:p>
      </dsp:txBody>
      <dsp:txXfrm>
        <a:off x="26730" y="3126688"/>
        <a:ext cx="4247077" cy="494099"/>
      </dsp:txXfrm>
    </dsp:sp>
    <dsp:sp modelId="{5DD3A2A7-5D47-4B3A-BCE8-ED75141E87CB}">
      <dsp:nvSpPr>
        <dsp:cNvPr id="0" name=""/>
        <dsp:cNvSpPr/>
      </dsp:nvSpPr>
      <dsp:spPr>
        <a:xfrm>
          <a:off x="0" y="3716638"/>
          <a:ext cx="4300537" cy="547559"/>
        </a:xfrm>
        <a:prstGeom prst="roundRect">
          <a:avLst/>
        </a:prstGeom>
        <a:solidFill>
          <a:schemeClr val="accent5">
            <a:hueOff val="2020100"/>
            <a:satOff val="-9660"/>
            <a:lumOff val="10588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Negotiate supplier discounts.</a:t>
          </a:r>
        </a:p>
      </dsp:txBody>
      <dsp:txXfrm>
        <a:off x="26730" y="3743368"/>
        <a:ext cx="4247077" cy="494099"/>
      </dsp:txXfrm>
    </dsp:sp>
    <dsp:sp modelId="{04A0A4EF-A146-4C89-AC58-21CBECE93413}">
      <dsp:nvSpPr>
        <dsp:cNvPr id="0" name=""/>
        <dsp:cNvSpPr/>
      </dsp:nvSpPr>
      <dsp:spPr>
        <a:xfrm>
          <a:off x="0" y="4333318"/>
          <a:ext cx="4300537" cy="547559"/>
        </a:xfrm>
        <a:prstGeom prst="roundRect">
          <a:avLst/>
        </a:prstGeom>
        <a:solidFill>
          <a:schemeClr val="accent5">
            <a:hueOff val="2356783"/>
            <a:satOff val="-11270"/>
            <a:lumOff val="12353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Create promotional bundles.</a:t>
          </a:r>
        </a:p>
      </dsp:txBody>
      <dsp:txXfrm>
        <a:off x="26730" y="4360048"/>
        <a:ext cx="4247077" cy="49409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A10432-78E2-452C-BCE0-4A59514D7F7A}">
      <dsp:nvSpPr>
        <dsp:cNvPr id="0" name=""/>
        <dsp:cNvSpPr/>
      </dsp:nvSpPr>
      <dsp:spPr>
        <a:xfrm>
          <a:off x="0" y="2042"/>
          <a:ext cx="4231481" cy="103519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D02827A-0700-4B63-8E7B-ADB61CA4237A}">
      <dsp:nvSpPr>
        <dsp:cNvPr id="0" name=""/>
        <dsp:cNvSpPr/>
      </dsp:nvSpPr>
      <dsp:spPr>
        <a:xfrm>
          <a:off x="313145" y="234960"/>
          <a:ext cx="569355" cy="56935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299DA7-2137-4F1A-B51A-921D1EFB79A5}">
      <dsp:nvSpPr>
        <dsp:cNvPr id="0" name=""/>
        <dsp:cNvSpPr/>
      </dsp:nvSpPr>
      <dsp:spPr>
        <a:xfrm>
          <a:off x="1195647" y="2042"/>
          <a:ext cx="3035833" cy="10351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9558" tIns="109558" rIns="109558" bIns="109558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• Expand high-performing tech product lines.</a:t>
          </a:r>
        </a:p>
      </dsp:txBody>
      <dsp:txXfrm>
        <a:off x="1195647" y="2042"/>
        <a:ext cx="3035833" cy="1035192"/>
      </dsp:txXfrm>
    </dsp:sp>
    <dsp:sp modelId="{D1D5A398-5B62-48A9-BB71-3F7D69EBFBC2}">
      <dsp:nvSpPr>
        <dsp:cNvPr id="0" name=""/>
        <dsp:cNvSpPr/>
      </dsp:nvSpPr>
      <dsp:spPr>
        <a:xfrm>
          <a:off x="0" y="1296033"/>
          <a:ext cx="4231481" cy="103519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78DA617-F83E-47D9-A7BA-4528AC81865A}">
      <dsp:nvSpPr>
        <dsp:cNvPr id="0" name=""/>
        <dsp:cNvSpPr/>
      </dsp:nvSpPr>
      <dsp:spPr>
        <a:xfrm>
          <a:off x="313145" y="1528951"/>
          <a:ext cx="569355" cy="56935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0BB48D-FCA1-430F-9018-16930CEDC5D8}">
      <dsp:nvSpPr>
        <dsp:cNvPr id="0" name=""/>
        <dsp:cNvSpPr/>
      </dsp:nvSpPr>
      <dsp:spPr>
        <a:xfrm>
          <a:off x="1195647" y="1296033"/>
          <a:ext cx="3035833" cy="10351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9558" tIns="109558" rIns="109558" bIns="109558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• Strengthen customer loyalty initiatives.</a:t>
          </a:r>
        </a:p>
      </dsp:txBody>
      <dsp:txXfrm>
        <a:off x="1195647" y="1296033"/>
        <a:ext cx="3035833" cy="1035192"/>
      </dsp:txXfrm>
    </dsp:sp>
    <dsp:sp modelId="{39593C23-575A-4EC1-8042-01089270DADF}">
      <dsp:nvSpPr>
        <dsp:cNvPr id="0" name=""/>
        <dsp:cNvSpPr/>
      </dsp:nvSpPr>
      <dsp:spPr>
        <a:xfrm>
          <a:off x="0" y="2590024"/>
          <a:ext cx="4231481" cy="103519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A3D76BF-C37E-4953-9D6A-E040BB216EEE}">
      <dsp:nvSpPr>
        <dsp:cNvPr id="0" name=""/>
        <dsp:cNvSpPr/>
      </dsp:nvSpPr>
      <dsp:spPr>
        <a:xfrm>
          <a:off x="313145" y="2822942"/>
          <a:ext cx="569355" cy="56935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300ECD-9457-4568-A61C-A698976379AD}">
      <dsp:nvSpPr>
        <dsp:cNvPr id="0" name=""/>
        <dsp:cNvSpPr/>
      </dsp:nvSpPr>
      <dsp:spPr>
        <a:xfrm>
          <a:off x="1195647" y="2590024"/>
          <a:ext cx="3035833" cy="10351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9558" tIns="109558" rIns="109558" bIns="109558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• Improve monthly monitoring and analytics.</a:t>
          </a:r>
        </a:p>
      </dsp:txBody>
      <dsp:txXfrm>
        <a:off x="1195647" y="2590024"/>
        <a:ext cx="3035833" cy="1035192"/>
      </dsp:txXfrm>
    </dsp:sp>
    <dsp:sp modelId="{FE01D63E-4E92-4104-AADC-5FCF8029AFCF}">
      <dsp:nvSpPr>
        <dsp:cNvPr id="0" name=""/>
        <dsp:cNvSpPr/>
      </dsp:nvSpPr>
      <dsp:spPr>
        <a:xfrm>
          <a:off x="0" y="3884014"/>
          <a:ext cx="4231481" cy="103519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75E4679-0294-49B2-A183-48463A7B8B02}">
      <dsp:nvSpPr>
        <dsp:cNvPr id="0" name=""/>
        <dsp:cNvSpPr/>
      </dsp:nvSpPr>
      <dsp:spPr>
        <a:xfrm>
          <a:off x="313145" y="4116933"/>
          <a:ext cx="569355" cy="56935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FCBCBD-18FB-45CB-8B9C-95FC0CE1C466}">
      <dsp:nvSpPr>
        <dsp:cNvPr id="0" name=""/>
        <dsp:cNvSpPr/>
      </dsp:nvSpPr>
      <dsp:spPr>
        <a:xfrm>
          <a:off x="1195647" y="3884014"/>
          <a:ext cx="3035833" cy="10351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9558" tIns="109558" rIns="109558" bIns="109558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• Focus on high-value customers.</a:t>
          </a:r>
        </a:p>
      </dsp:txBody>
      <dsp:txXfrm>
        <a:off x="1195647" y="3884014"/>
        <a:ext cx="3035833" cy="103519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78409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2373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Freeform 10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032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6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09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1990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1990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0663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6411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9448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471509"/>
            <a:ext cx="329184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22960"/>
            <a:ext cx="4258818" cy="518464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2257506"/>
            <a:ext cx="329184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6002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8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4960138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24097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7284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762000"/>
            <a:ext cx="1971675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762000"/>
            <a:ext cx="5686425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173563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86672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286000"/>
            <a:ext cx="7290055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6470704"/>
            <a:ext cx="161560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6470704"/>
            <a:ext cx="4426094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7543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E194971-2F2D-44B0-8AE6-FF2DCCEE0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Oval 5">
            <a:extLst>
              <a:ext uri="{FF2B5EF4-FFF2-40B4-BE49-F238E27FC236}">
                <a16:creationId xmlns:a16="http://schemas.microsoft.com/office/drawing/2014/main" id="{1FF9A61E-EB11-4C46-82E1-3E00A3B4B4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E564EB3-35F2-4EFF-87DC-642DC02052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4C0648FB-4388-443C-8D4E-4A9FF03360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47003" y="4960137"/>
            <a:ext cx="3111247" cy="146304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>
                <a:solidFill>
                  <a:schemeClr val="tx1">
                    <a:lumMod val="95000"/>
                    <a:lumOff val="5000"/>
                  </a:schemeClr>
                </a:solidFill>
              </a:rPr>
              <a:t>Summary of key findings and actionable recommendations.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A8D762E-DA8D-419A-BA44-68B93D3D92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5199" y="977048"/>
            <a:ext cx="7213600" cy="296098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200" spc="200">
                <a:solidFill>
                  <a:srgbClr val="FFFFFF"/>
                </a:solidFill>
              </a:rPr>
              <a:t>E-commerce Analysis – Insights &amp; Recommendations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7F95953-8E19-4C01-997F-0E959B52B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5664149" y="5234457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7422F06-6017-4361-8872-E0E2CEB20B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8614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601" y="643467"/>
            <a:ext cx="2561709" cy="5571066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Monthly Revenue Trend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3959604-9EB5-22FE-6C28-7DBBC9CA2D3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50320381"/>
              </p:ext>
            </p:extLst>
          </p:nvPr>
        </p:nvGraphicFramePr>
        <p:xfrm>
          <a:off x="4202906" y="954088"/>
          <a:ext cx="4231481" cy="492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7422F06-6017-4361-8872-E0E2CEB20B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8614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601" y="643467"/>
            <a:ext cx="2561709" cy="5571066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Customer Retention Analysis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2BE606F-8217-5C61-5A8F-33500B00A44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19692538"/>
              </p:ext>
            </p:extLst>
          </p:nvPr>
        </p:nvGraphicFramePr>
        <p:xfrm>
          <a:off x="4202906" y="954088"/>
          <a:ext cx="4231481" cy="492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7422F06-6017-4361-8872-E0E2CEB20B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8614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601" y="643467"/>
            <a:ext cx="2561709" cy="5571066"/>
          </a:xfrm>
        </p:spPr>
        <p:txBody>
          <a:bodyPr>
            <a:normAutofit/>
          </a:bodyPr>
          <a:lstStyle/>
          <a:p>
            <a:r>
              <a:rPr lang="en-GB">
                <a:solidFill>
                  <a:srgbClr val="FFFFFF"/>
                </a:solidFill>
              </a:rPr>
              <a:t>Top 5 Products by Revenue</a:t>
            </a:r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369BAC6A-1AD8-FAED-9FFB-3F84F9F31EF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31086504"/>
              </p:ext>
            </p:extLst>
          </p:nvPr>
        </p:nvGraphicFramePr>
        <p:xfrm>
          <a:off x="4202906" y="954088"/>
          <a:ext cx="4231481" cy="492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FABE753E-4156-4486-B269-C34C2220E1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B9BFE9F-67FE-4BBC-BFED-6AA4C51D0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7850" y="0"/>
            <a:ext cx="348615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40451" y="643467"/>
            <a:ext cx="2561709" cy="5571066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Highest Year-over-Year Growth Product</a:t>
            </a:r>
          </a:p>
        </p:txBody>
      </p: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7314AD9D-EE3A-D3F1-BDF5-2B4A0129D3F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83764049"/>
              </p:ext>
            </p:extLst>
          </p:nvPr>
        </p:nvGraphicFramePr>
        <p:xfrm>
          <a:off x="678656" y="976313"/>
          <a:ext cx="4300537" cy="48974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5068B1C-1A28-475A-A0E0-4C23200D82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600" y="804333"/>
            <a:ext cx="3718717" cy="5249334"/>
          </a:xfrm>
        </p:spPr>
        <p:txBody>
          <a:bodyPr>
            <a:normAutofit/>
          </a:bodyPr>
          <a:lstStyle/>
          <a:p>
            <a:pPr algn="r"/>
            <a:r>
              <a:rPr lang="en-US">
                <a:solidFill>
                  <a:schemeClr val="bg1"/>
                </a:solidFill>
              </a:rPr>
              <a:t>Top Customers by Revenue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D428773-F789-43B7-B5FD-AE49E5BD2E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0" y="0"/>
            <a:ext cx="457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33950" y="804333"/>
            <a:ext cx="3848100" cy="5249334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>
                <a:solidFill>
                  <a:srgbClr val="FFFFFF"/>
                </a:solidFill>
              </a:rPr>
              <a:t>1. Evan Brown – $2,510</a:t>
            </a:r>
          </a:p>
          <a:p>
            <a:pPr marL="0" indent="0">
              <a:buNone/>
            </a:pPr>
            <a:r>
              <a:rPr lang="en-GB">
                <a:solidFill>
                  <a:srgbClr val="FFFFFF"/>
                </a:solidFill>
              </a:rPr>
              <a:t>2. Charlie Lee – $1,800</a:t>
            </a:r>
          </a:p>
          <a:p>
            <a:pPr marL="0" indent="0">
              <a:buNone/>
            </a:pPr>
            <a:r>
              <a:rPr lang="en-GB">
                <a:solidFill>
                  <a:srgbClr val="FFFFFF"/>
                </a:solidFill>
              </a:rPr>
              <a:t>3. Alice Johnson – $1,670</a:t>
            </a:r>
          </a:p>
          <a:p>
            <a:pPr marL="0" indent="0">
              <a:buNone/>
            </a:pPr>
            <a:endParaRPr lang="en-GB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GB">
                <a:solidFill>
                  <a:srgbClr val="FFFFFF"/>
                </a:solidFill>
              </a:rPr>
              <a:t>Insights:</a:t>
            </a:r>
          </a:p>
          <a:p>
            <a:pPr marL="0" indent="0">
              <a:buNone/>
            </a:pPr>
            <a:r>
              <a:rPr lang="en-GB">
                <a:solidFill>
                  <a:srgbClr val="FFFFFF"/>
                </a:solidFill>
              </a:rPr>
              <a:t>• Small group of VIP customers drive revenue.</a:t>
            </a:r>
          </a:p>
          <a:p>
            <a:pPr marL="0" indent="0">
              <a:buNone/>
            </a:pPr>
            <a:endParaRPr lang="en-GB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GB">
                <a:solidFill>
                  <a:srgbClr val="FFFFFF"/>
                </a:solidFill>
              </a:rPr>
              <a:t>Recommendations:</a:t>
            </a:r>
          </a:p>
          <a:p>
            <a:pPr marL="0" indent="0">
              <a:buNone/>
            </a:pPr>
            <a:r>
              <a:rPr lang="en-GB">
                <a:solidFill>
                  <a:srgbClr val="FFFFFF"/>
                </a:solidFill>
              </a:rPr>
              <a:t>• Launch VIP programs.</a:t>
            </a:r>
          </a:p>
          <a:p>
            <a:pPr marL="0" indent="0">
              <a:buNone/>
            </a:pPr>
            <a:r>
              <a:rPr lang="en-GB">
                <a:solidFill>
                  <a:srgbClr val="FFFFFF"/>
                </a:solidFill>
              </a:rPr>
              <a:t>• Personalized follow-ups.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7422F06-6017-4361-8872-E0E2CEB20B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8614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601" y="643467"/>
            <a:ext cx="2561709" cy="5571066"/>
          </a:xfrm>
        </p:spPr>
        <p:txBody>
          <a:bodyPr>
            <a:normAutofit/>
          </a:bodyPr>
          <a:lstStyle/>
          <a:p>
            <a:r>
              <a:rPr lang="en-US" sz="2800">
                <a:solidFill>
                  <a:srgbClr val="FFFFFF"/>
                </a:solidFill>
              </a:rPr>
              <a:t>Overall Business Recommendations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541F346-25FB-F08B-1454-9415396AC5A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67859425"/>
              </p:ext>
            </p:extLst>
          </p:nvPr>
        </p:nvGraphicFramePr>
        <p:xfrm>
          <a:off x="4202906" y="954088"/>
          <a:ext cx="4231481" cy="492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6</TotalTime>
  <Words>279</Words>
  <Application>Microsoft Office PowerPoint</Application>
  <PresentationFormat>On-screen Show (4:3)</PresentationFormat>
  <Paragraphs>57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Tw Cen MT</vt:lpstr>
      <vt:lpstr>Tw Cen MT Condensed</vt:lpstr>
      <vt:lpstr>Wingdings 3</vt:lpstr>
      <vt:lpstr>Integral</vt:lpstr>
      <vt:lpstr>E-commerce Analysis – Insights &amp; Recommendations</vt:lpstr>
      <vt:lpstr>Monthly Revenue Trend</vt:lpstr>
      <vt:lpstr>Customer Retention Analysis</vt:lpstr>
      <vt:lpstr>Top 5 Products by Revenue</vt:lpstr>
      <vt:lpstr>Highest Year-over-Year Growth Product</vt:lpstr>
      <vt:lpstr>Top Customers by Revenue</vt:lpstr>
      <vt:lpstr>Overall Business Recommendations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Afronika Global</cp:lastModifiedBy>
  <cp:revision>4</cp:revision>
  <dcterms:created xsi:type="dcterms:W3CDTF">2013-01-27T09:14:16Z</dcterms:created>
  <dcterms:modified xsi:type="dcterms:W3CDTF">2025-12-02T23:42:57Z</dcterms:modified>
  <cp:category/>
</cp:coreProperties>
</file>