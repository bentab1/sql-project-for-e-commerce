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840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3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32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63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41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44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00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409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28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667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54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E-commerce Analysis –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Summary of key findings and actionable recommendations.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Revenue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 January 2025 Revenue: $12,630</a:t>
            </a:r>
          </a:p>
          <a:p>
            <a:r>
              <a:rPr dirty="0"/>
              <a:t>All revenue is concentrated in a single month.</a:t>
            </a:r>
          </a:p>
          <a:p>
            <a:endParaRPr dirty="0"/>
          </a:p>
          <a:p>
            <a:r>
              <a:rPr dirty="0"/>
              <a:t>Insights:</a:t>
            </a:r>
          </a:p>
          <a:p>
            <a:r>
              <a:rPr dirty="0"/>
              <a:t>Dataset may be incomplete or sales recently started.</a:t>
            </a:r>
          </a:p>
          <a:p>
            <a:endParaRPr dirty="0"/>
          </a:p>
          <a:p>
            <a:r>
              <a:rPr dirty="0"/>
              <a:t>Recommendations:</a:t>
            </a:r>
          </a:p>
          <a:p>
            <a:r>
              <a:rPr dirty="0"/>
              <a:t>Monitor monthly revenue trends.</a:t>
            </a:r>
          </a:p>
          <a:p>
            <a:r>
              <a:rPr dirty="0"/>
              <a:t>Invest in marketing.</a:t>
            </a:r>
          </a:p>
          <a:p>
            <a:r>
              <a:rPr dirty="0"/>
              <a:t>Implement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Retention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Repeat customers: 10</a:t>
            </a:r>
          </a:p>
          <a:p>
            <a:pPr marL="0" indent="0">
              <a:buNone/>
            </a:pPr>
            <a:r>
              <a:rPr dirty="0"/>
              <a:t>• Avg repeat orders per customer: 2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Insights:</a:t>
            </a:r>
          </a:p>
          <a:p>
            <a:pPr marL="0" indent="0">
              <a:buNone/>
            </a:pPr>
            <a:r>
              <a:rPr lang="en-GB" dirty="0"/>
              <a:t>   </a:t>
            </a:r>
            <a:r>
              <a:rPr dirty="0"/>
              <a:t>• Strong customer loyalty.</a:t>
            </a:r>
            <a:endParaRPr lang="en-GB" dirty="0"/>
          </a:p>
          <a:p>
            <a:pPr marL="0" indent="0">
              <a:buNone/>
            </a:pPr>
            <a:r>
              <a:rPr dirty="0"/>
              <a:t>Recommendations:</a:t>
            </a:r>
          </a:p>
          <a:p>
            <a:pPr marL="400050" lvl="1" indent="0">
              <a:buNone/>
            </a:pPr>
            <a:r>
              <a:rPr dirty="0"/>
              <a:t>• Add loyalty rewards.</a:t>
            </a:r>
          </a:p>
          <a:p>
            <a:pPr marL="400050" lvl="1" indent="0">
              <a:buNone/>
            </a:pPr>
            <a:r>
              <a:rPr dirty="0"/>
              <a:t>• Email remarketing.</a:t>
            </a:r>
          </a:p>
          <a:p>
            <a:pPr marL="400050" lvl="1" indent="0">
              <a:buNone/>
            </a:pPr>
            <a:r>
              <a:rPr dirty="0"/>
              <a:t>• Personalized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Products by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/>
              <a:t>1. Laptop Pro 14" – $3,600</a:t>
            </a:r>
          </a:p>
          <a:p>
            <a:pPr marL="0" indent="0">
              <a:buNone/>
            </a:pPr>
            <a:r>
              <a:rPr dirty="0"/>
              <a:t>2. Smartphone X – $1,600</a:t>
            </a:r>
          </a:p>
          <a:p>
            <a:pPr marL="0" indent="0">
              <a:buNone/>
            </a:pPr>
            <a:r>
              <a:rPr dirty="0"/>
              <a:t>3. Laptop Air 13" – $1,100</a:t>
            </a:r>
          </a:p>
          <a:p>
            <a:pPr marL="0" indent="0">
              <a:buNone/>
            </a:pPr>
            <a:r>
              <a:rPr dirty="0"/>
              <a:t>4. Smartphone Y – $850</a:t>
            </a:r>
          </a:p>
          <a:p>
            <a:pPr marL="0" indent="0">
              <a:buNone/>
            </a:pPr>
            <a:r>
              <a:rPr dirty="0"/>
              <a:t>5. Office Chair – $800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Insights:</a:t>
            </a:r>
          </a:p>
          <a:p>
            <a:pPr marL="0" indent="0">
              <a:buNone/>
            </a:pPr>
            <a:r>
              <a:rPr dirty="0"/>
              <a:t>• High-end electronics dominate revenue.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Recommendations:</a:t>
            </a:r>
          </a:p>
          <a:p>
            <a:pPr marL="0" indent="0">
              <a:buNone/>
            </a:pPr>
            <a:r>
              <a:rPr dirty="0"/>
              <a:t>• Increase inventory for top sellers.</a:t>
            </a:r>
          </a:p>
          <a:p>
            <a:pPr marL="0" indent="0">
              <a:buNone/>
            </a:pPr>
            <a:r>
              <a:rPr dirty="0"/>
              <a:t>• Upsell accessories.</a:t>
            </a:r>
          </a:p>
          <a:p>
            <a:pPr marL="0" indent="0">
              <a:buNone/>
            </a:pPr>
            <a:r>
              <a:rPr dirty="0"/>
              <a:t>• Bundle high-demand items.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Highest Year-over-Year Growth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Laptop Pro 14"</a:t>
            </a:r>
          </a:p>
          <a:p>
            <a:pPr marL="0" indent="0">
              <a:buNone/>
            </a:pPr>
            <a:r>
              <a:rPr dirty="0"/>
              <a:t>• Growth: +3 units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Insights:</a:t>
            </a:r>
          </a:p>
          <a:p>
            <a:pPr marL="0" indent="0">
              <a:buNone/>
            </a:pPr>
            <a:r>
              <a:rPr dirty="0"/>
              <a:t>• Strong rising demand.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Recommendations:</a:t>
            </a:r>
          </a:p>
          <a:p>
            <a:pPr marL="0" indent="0">
              <a:buNone/>
            </a:pPr>
            <a:r>
              <a:rPr dirty="0"/>
              <a:t>• Prioritize advertising.</a:t>
            </a:r>
          </a:p>
          <a:p>
            <a:pPr marL="0" indent="0">
              <a:buNone/>
            </a:pPr>
            <a:r>
              <a:rPr dirty="0"/>
              <a:t>• Negotiate supplier discounts.</a:t>
            </a:r>
          </a:p>
          <a:p>
            <a:pPr marL="0" indent="0">
              <a:buNone/>
            </a:pPr>
            <a:r>
              <a:rPr dirty="0"/>
              <a:t>• Create promotional bundles.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Customers by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1. Evan Brown – $2,510</a:t>
            </a:r>
          </a:p>
          <a:p>
            <a:pPr marL="0" indent="0">
              <a:buNone/>
            </a:pPr>
            <a:r>
              <a:rPr dirty="0"/>
              <a:t>2. Charlie Lee – $1,800</a:t>
            </a:r>
          </a:p>
          <a:p>
            <a:pPr marL="0" indent="0">
              <a:buNone/>
            </a:pPr>
            <a:r>
              <a:rPr dirty="0"/>
              <a:t>3. Alice Johnson – $1,670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Insights:</a:t>
            </a:r>
          </a:p>
          <a:p>
            <a:pPr marL="0" indent="0">
              <a:buNone/>
            </a:pPr>
            <a:r>
              <a:rPr dirty="0"/>
              <a:t>• Small group of VIP customers drive revenue.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Recommendations:</a:t>
            </a:r>
          </a:p>
          <a:p>
            <a:pPr marL="0" indent="0">
              <a:buNone/>
            </a:pPr>
            <a:r>
              <a:rPr dirty="0"/>
              <a:t>• Launch VIP programs.</a:t>
            </a:r>
          </a:p>
          <a:p>
            <a:pPr marL="0" indent="0">
              <a:buNone/>
            </a:pPr>
            <a:r>
              <a:rPr dirty="0"/>
              <a:t>• Personalized follow-ups.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Expand high-performing tech product lines.</a:t>
            </a:r>
          </a:p>
          <a:p>
            <a:pPr marL="0" indent="0">
              <a:buNone/>
            </a:pPr>
            <a:r>
              <a:rPr dirty="0"/>
              <a:t>• Strengthen customer loyalty initiatives.</a:t>
            </a:r>
          </a:p>
          <a:p>
            <a:pPr marL="0" indent="0">
              <a:buNone/>
            </a:pPr>
            <a:r>
              <a:rPr dirty="0"/>
              <a:t>• Improve monthly monitoring and analytics.</a:t>
            </a:r>
          </a:p>
          <a:p>
            <a:pPr marL="0" indent="0">
              <a:buNone/>
            </a:pPr>
            <a:r>
              <a:rPr dirty="0"/>
              <a:t>• Focus on high-value customers.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</TotalTime>
  <Words>281</Words>
  <Application>Microsoft Office PowerPoint</Application>
  <PresentationFormat>On-screen Show (4:3)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Tw Cen MT</vt:lpstr>
      <vt:lpstr>Tw Cen MT Condensed</vt:lpstr>
      <vt:lpstr>Wingdings 3</vt:lpstr>
      <vt:lpstr>Integral</vt:lpstr>
      <vt:lpstr>E-commerce Analysis – Insights &amp; Recommendations</vt:lpstr>
      <vt:lpstr>Monthly Revenue Trend</vt:lpstr>
      <vt:lpstr>Customer Retention Analysis</vt:lpstr>
      <vt:lpstr>Top 5 Products by Revenue</vt:lpstr>
      <vt:lpstr>Highest Year-over-Year Growth Product</vt:lpstr>
      <vt:lpstr>Top Customers by Revenue</vt:lpstr>
      <vt:lpstr>Overall Business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Afronika Global</cp:lastModifiedBy>
  <cp:revision>3</cp:revision>
  <dcterms:created xsi:type="dcterms:W3CDTF">2013-01-27T09:14:16Z</dcterms:created>
  <dcterms:modified xsi:type="dcterms:W3CDTF">2025-12-02T23:14:57Z</dcterms:modified>
  <cp:category/>
</cp:coreProperties>
</file>